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  <p:sldMasterId id="2147483685" r:id="rId5"/>
    <p:sldMasterId id="2147483736" r:id="rId6"/>
  </p:sldMasterIdLst>
  <p:notesMasterIdLst>
    <p:notesMasterId r:id="rId11"/>
  </p:notesMasterIdLst>
  <p:sldIdLst>
    <p:sldId id="256" r:id="rId7"/>
    <p:sldId id="2147483619" r:id="rId8"/>
    <p:sldId id="320" r:id="rId9"/>
    <p:sldId id="214748359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65"/>
    <a:srgbClr val="0070C0"/>
    <a:srgbClr val="02399A"/>
    <a:srgbClr val="27509B"/>
    <a:srgbClr val="0596C1"/>
    <a:srgbClr val="FFEFEF"/>
    <a:srgbClr val="EFE5F7"/>
    <a:srgbClr val="FFFFFF"/>
    <a:srgbClr val="FEFEFA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05AFE8-0E3E-4024-929A-7F169670BCD3}" v="3" dt="2026-08-21T11:38:22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D88F0-231B-42E0-A374-AB734D799DE2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03E9F-747C-4FB0-8DE9-BE159417D1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800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109743ac32a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1225" name="Google Shape;1225;g109743ac32a_2_5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47CB3-935C-6769-5AEF-20BC96D6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8C9843-92A7-D8EC-4AE7-F3FCDA68E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C41383-48F1-047C-AF9D-70E2FB661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515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FABE-2279-50D7-AD89-1772D9B9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2ADF883-9AF6-A50E-9DEB-D7054390A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87D046-31D7-7EAB-A2C7-B8BAE37BD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DC3DF5-30F9-7F3E-DC8A-F1543E643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4B9A9-F188-447D-A58F-76DFB8A4CD8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633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3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4.png"/><Relationship Id="rId7" Type="http://schemas.openxmlformats.org/officeDocument/2006/relationships/image" Target="../media/image2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3.png"/><Relationship Id="rId5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8.png"/><Relationship Id="rId7" Type="http://schemas.openxmlformats.org/officeDocument/2006/relationships/image" Target="../media/image3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5.png"/><Relationship Id="rId5" Type="http://schemas.openxmlformats.org/officeDocument/2006/relationships/image" Target="../media/image23.png"/><Relationship Id="rId4" Type="http://schemas.openxmlformats.org/officeDocument/2006/relationships/image" Target="../media/image59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4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6.svg"/><Relationship Id="rId5" Type="http://schemas.openxmlformats.org/officeDocument/2006/relationships/image" Target="../media/image85.svg"/><Relationship Id="rId4" Type="http://schemas.openxmlformats.org/officeDocument/2006/relationships/image" Target="../media/image84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2" Type="http://schemas.openxmlformats.org/officeDocument/2006/relationships/image" Target="../media/image8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35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7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pn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3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4.png"/><Relationship Id="rId7" Type="http://schemas.openxmlformats.org/officeDocument/2006/relationships/image" Target="../media/image2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3.png"/><Relationship Id="rId5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4.pn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8.png"/><Relationship Id="rId7" Type="http://schemas.openxmlformats.org/officeDocument/2006/relationships/image" Target="../media/image3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7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5.png"/><Relationship Id="rId5" Type="http://schemas.openxmlformats.org/officeDocument/2006/relationships/image" Target="../media/image23.png"/><Relationship Id="rId4" Type="http://schemas.openxmlformats.org/officeDocument/2006/relationships/image" Target="../media/image59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45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2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3" preserve="1">
  <p:cSld name="Title and Content 1 2 1 1 3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3235;p321">
            <a:extLst>
              <a:ext uri="{FF2B5EF4-FFF2-40B4-BE49-F238E27FC236}">
                <a16:creationId xmlns:a16="http://schemas.microsoft.com/office/drawing/2014/main" id="{E1472E19-8F7B-4680-8693-1906A6B42DE8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2519" y="-31912"/>
            <a:ext cx="12254520" cy="6893168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4"/>
          <p:cNvSpPr txBox="1">
            <a:spLocks noGrp="1"/>
          </p:cNvSpPr>
          <p:nvPr>
            <p:ph type="subTitle" idx="1"/>
          </p:nvPr>
        </p:nvSpPr>
        <p:spPr>
          <a:xfrm>
            <a:off x="878735" y="3027324"/>
            <a:ext cx="5234000" cy="1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3" name="Google Shape;553;p4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4"/>
          <p:cNvSpPr txBox="1">
            <a:spLocks noGrp="1"/>
          </p:cNvSpPr>
          <p:nvPr>
            <p:ph type="title"/>
          </p:nvPr>
        </p:nvSpPr>
        <p:spPr>
          <a:xfrm>
            <a:off x="860600" y="1805600"/>
            <a:ext cx="50184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44"/>
          <p:cNvSpPr txBox="1">
            <a:spLocks noGrp="1"/>
          </p:cNvSpPr>
          <p:nvPr>
            <p:ph type="subTitle" idx="2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" name="Google Shape;557;p44">
            <a:extLst>
              <a:ext uri="{FF2B5EF4-FFF2-40B4-BE49-F238E27FC236}">
                <a16:creationId xmlns:a16="http://schemas.microsoft.com/office/drawing/2014/main" id="{71FC45AF-AD32-4515-BA11-64930A8EBC87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9BDBB30-7EF4-4E45-B8A4-EA6DF2B34E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3" preserve="1">
  <p:cSld name="Title and Content 1 2 1 1 2 3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4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5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5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45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564;p45">
            <a:extLst>
              <a:ext uri="{FF2B5EF4-FFF2-40B4-BE49-F238E27FC236}">
                <a16:creationId xmlns:a16="http://schemas.microsoft.com/office/drawing/2014/main" id="{E2CCCACB-7A7D-40C5-8615-1ED12028BA6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8267" y="30934"/>
            <a:ext cx="1886003" cy="11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4245EAB-BC1D-40A7-9041-53D2B42EFC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16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2 1" preserve="1">
  <p:cSld name="Title and Content 1 2 1 1 2 2 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768;p70">
            <a:extLst>
              <a:ext uri="{FF2B5EF4-FFF2-40B4-BE49-F238E27FC236}">
                <a16:creationId xmlns:a16="http://schemas.microsoft.com/office/drawing/2014/main" id="{2CC42342-318C-4138-AB43-B0C4CE69D7DF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46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6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46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571;p46">
            <a:extLst>
              <a:ext uri="{FF2B5EF4-FFF2-40B4-BE49-F238E27FC236}">
                <a16:creationId xmlns:a16="http://schemas.microsoft.com/office/drawing/2014/main" id="{0813D2BA-05A6-4CA5-87CA-1F7802858E74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9A24301-6580-41B1-9D96-DD8B11FB07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66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6" preserve="1">
  <p:cSld name="Title and Content 1 2 1 1 2 1 6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4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7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7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47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578;p47">
            <a:extLst>
              <a:ext uri="{FF2B5EF4-FFF2-40B4-BE49-F238E27FC236}">
                <a16:creationId xmlns:a16="http://schemas.microsoft.com/office/drawing/2014/main" id="{5DB60511-C6A4-4DF8-93FE-07579AC9B888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04BB7F6-3BEA-493B-86C6-7A5F7A50362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87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5 1" preserve="1">
  <p:cSld name="Title and Content 1 2 1 1 2 1 5 1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8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8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48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585;p48">
            <a:extLst>
              <a:ext uri="{FF2B5EF4-FFF2-40B4-BE49-F238E27FC236}">
                <a16:creationId xmlns:a16="http://schemas.microsoft.com/office/drawing/2014/main" id="{478C9959-F2B2-421C-B5BC-49C0959D4158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9219476-44D3-497C-BFFA-4C4ED3785F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1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4 1" preserve="1">
  <p:cSld name="Title and Content 1 2 1 1 2 1 4 1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3360;p334">
            <a:extLst>
              <a:ext uri="{FF2B5EF4-FFF2-40B4-BE49-F238E27FC236}">
                <a16:creationId xmlns:a16="http://schemas.microsoft.com/office/drawing/2014/main" id="{A12DFF3D-B7AF-4212-9028-99BB70CF2532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999" y="-117820"/>
            <a:ext cx="12258709" cy="6987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9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9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49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592;p49">
            <a:extLst>
              <a:ext uri="{FF2B5EF4-FFF2-40B4-BE49-F238E27FC236}">
                <a16:creationId xmlns:a16="http://schemas.microsoft.com/office/drawing/2014/main" id="{3D043117-9631-4C2B-9D87-559D6819CCD2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401D648-E7DB-475A-998F-816233D110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5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3 1" preserve="1">
  <p:cSld name="Title and Content 1 2 1 1 2 1 3 1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3352;p333">
            <a:extLst>
              <a:ext uri="{FF2B5EF4-FFF2-40B4-BE49-F238E27FC236}">
                <a16:creationId xmlns:a16="http://schemas.microsoft.com/office/drawing/2014/main" id="{4DEDAB07-A2CA-4B2C-B3FA-98DA8D719538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2519" y="-31912"/>
            <a:ext cx="12254520" cy="689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50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50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50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" name="Google Shape;599;p50">
            <a:extLst>
              <a:ext uri="{FF2B5EF4-FFF2-40B4-BE49-F238E27FC236}">
                <a16:creationId xmlns:a16="http://schemas.microsoft.com/office/drawing/2014/main" id="{B095DFED-DC50-4204-8C41-D1E99DFD3A57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8267" y="30934"/>
            <a:ext cx="1886003" cy="11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A2BD605-5BFA-4135-AD7D-ADC8FB05DDB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37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2 2" preserve="1">
  <p:cSld name="Title and Content 1 2 1 1 2 1 2 2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5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5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1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51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06;p51">
            <a:extLst>
              <a:ext uri="{FF2B5EF4-FFF2-40B4-BE49-F238E27FC236}">
                <a16:creationId xmlns:a16="http://schemas.microsoft.com/office/drawing/2014/main" id="{986819B1-E796-4595-A73B-F80DD5013CFD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CB0D030-F073-4043-AF69-9B5E03EDDE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98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2 1 2" preserve="1">
  <p:cSld name="Title and Content 1 2 1 1 2 1 2 1 2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2743;p274">
            <a:extLst>
              <a:ext uri="{FF2B5EF4-FFF2-40B4-BE49-F238E27FC236}">
                <a16:creationId xmlns:a16="http://schemas.microsoft.com/office/drawing/2014/main" id="{55E8959E-3450-494B-949E-0529444C67CC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2533" y="-31909"/>
            <a:ext cx="12254533" cy="68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5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52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52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C188B8B-4185-4467-B83A-E87E46A6F1B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  <p:pic>
        <p:nvPicPr>
          <p:cNvPr id="12" name="Google Shape;599;p50">
            <a:extLst>
              <a:ext uri="{FF2B5EF4-FFF2-40B4-BE49-F238E27FC236}">
                <a16:creationId xmlns:a16="http://schemas.microsoft.com/office/drawing/2014/main" id="{72791390-06A5-44CA-9667-39E25A0452F8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8267" y="30934"/>
            <a:ext cx="1886003" cy="1142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5511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2 1 1 1" preserve="1">
  <p:cSld name="Title and Content 1 2 1 1 2 1 2 1 1 1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5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53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3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9" name="Google Shape;619;p53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20;p53">
            <a:extLst>
              <a:ext uri="{FF2B5EF4-FFF2-40B4-BE49-F238E27FC236}">
                <a16:creationId xmlns:a16="http://schemas.microsoft.com/office/drawing/2014/main" id="{62E96DE3-74BA-448C-AF00-080E5ACB7BB7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8267" y="30934"/>
            <a:ext cx="1886003" cy="11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E8CF0A5-7423-41E6-808A-D352A8EE49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47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1 2" preserve="1">
  <p:cSld name="Title and Content 1 2 1 1 2 1 1 2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5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5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54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54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27;p54">
            <a:extLst>
              <a:ext uri="{FF2B5EF4-FFF2-40B4-BE49-F238E27FC236}">
                <a16:creationId xmlns:a16="http://schemas.microsoft.com/office/drawing/2014/main" id="{2B996BB5-ECAA-472E-A779-22AFDAEA862F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7F72D77-B09B-486C-97CA-EFD15B65AA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561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1 1 1 3" preserve="1">
  <p:cSld name="Title and Content 1 2 1 1 2 1 1 1 1 3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3212;p319">
            <a:extLst>
              <a:ext uri="{FF2B5EF4-FFF2-40B4-BE49-F238E27FC236}">
                <a16:creationId xmlns:a16="http://schemas.microsoft.com/office/drawing/2014/main" id="{A1699CEC-A097-434A-9B95-1ED3AFBD802A}"/>
              </a:ext>
            </a:extLst>
          </p:cNvPr>
          <p:cNvPicPr preferRelativeResize="0"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9" y="-27379"/>
            <a:ext cx="12283141" cy="689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5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5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3" name="Google Shape;633;p55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34;p55">
            <a:extLst>
              <a:ext uri="{FF2B5EF4-FFF2-40B4-BE49-F238E27FC236}">
                <a16:creationId xmlns:a16="http://schemas.microsoft.com/office/drawing/2014/main" id="{A5E2AC91-3697-4FF5-A4F2-B4B762F2F8CA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2E83F88-C637-4055-B216-CB262DA52B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56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1 1 1 2 1" preserve="1">
  <p:cSld name="Title and Content 1 2 1 1 2 1 1 1 1 2 1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7E0434E-AA6F-43AF-BFE9-8DF9D7717F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"/>
            <a:ext cx="12192000" cy="7348764"/>
          </a:xfrm>
          <a:prstGeom prst="rect">
            <a:avLst/>
          </a:prstGeom>
        </p:spPr>
      </p:pic>
      <p:pic>
        <p:nvPicPr>
          <p:cNvPr id="637" name="Google Shape;637;p56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6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56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41;p56">
            <a:extLst>
              <a:ext uri="{FF2B5EF4-FFF2-40B4-BE49-F238E27FC236}">
                <a16:creationId xmlns:a16="http://schemas.microsoft.com/office/drawing/2014/main" id="{FD70D375-9A1B-41A2-A743-564396346655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709785C-A6CD-4528-8F61-8738DA58CB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37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1 1 1 1 2" preserve="1">
  <p:cSld name="Title and Content 1 2 1 1 2 1 1 1 1 1 2"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3308;p328">
            <a:extLst>
              <a:ext uri="{FF2B5EF4-FFF2-40B4-BE49-F238E27FC236}">
                <a16:creationId xmlns:a16="http://schemas.microsoft.com/office/drawing/2014/main" id="{AE171DE6-068E-4731-B2D2-96EDABDE0FF9}"/>
              </a:ext>
            </a:extLst>
          </p:cNvPr>
          <p:cNvPicPr preferRelativeResize="0"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3996"/>
            <a:ext cx="12310533" cy="695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7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7"/>
          <p:cNvSpPr txBox="1">
            <a:spLocks noGrp="1"/>
          </p:cNvSpPr>
          <p:nvPr>
            <p:ph type="title"/>
          </p:nvPr>
        </p:nvSpPr>
        <p:spPr>
          <a:xfrm>
            <a:off x="860600" y="31228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57"/>
          <p:cNvSpPr txBox="1">
            <a:spLocks noGrp="1"/>
          </p:cNvSpPr>
          <p:nvPr>
            <p:ph type="subTitle" idx="1"/>
          </p:nvPr>
        </p:nvSpPr>
        <p:spPr>
          <a:xfrm>
            <a:off x="888601" y="14242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48;p57">
            <a:extLst>
              <a:ext uri="{FF2B5EF4-FFF2-40B4-BE49-F238E27FC236}">
                <a16:creationId xmlns:a16="http://schemas.microsoft.com/office/drawing/2014/main" id="{C2D46485-B06E-4866-A512-F6879C96B5CE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14BC4BA-B1EB-4D4B-A08A-0967ADA5B47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98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1 1 1 1 1 1" preserve="1">
  <p:cSld name="Title and Content 1 2 1 1 2 1 1 1 1 1 1 1"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5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58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8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4" name="Google Shape;654;p58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55;p58">
            <a:extLst>
              <a:ext uri="{FF2B5EF4-FFF2-40B4-BE49-F238E27FC236}">
                <a16:creationId xmlns:a16="http://schemas.microsoft.com/office/drawing/2014/main" id="{5EACEEA7-FE06-480C-89C2-749EACA26D4D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A3F9BF7-6749-461C-AAAB-A71677DE416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36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1 1" preserve="1">
  <p:cSld name="Title and Content 1 2 1 1 1 1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5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4"/>
            <a:ext cx="12256000" cy="68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59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59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59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62;p59">
            <a:extLst>
              <a:ext uri="{FF2B5EF4-FFF2-40B4-BE49-F238E27FC236}">
                <a16:creationId xmlns:a16="http://schemas.microsoft.com/office/drawing/2014/main" id="{A4756139-E45A-4551-B1F3-1E80F87F1A9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D651FC4-01BF-4CE5-BE0A-A19BA27E1C5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30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0">
          <p15:clr>
            <a:srgbClr val="FA7B17"/>
          </p15:clr>
        </p15:guide>
        <p15:guide id="2" orient="horz" pos="3240">
          <p15:clr>
            <a:srgbClr val="FA7B17"/>
          </p15:clr>
        </p15:guide>
        <p15:guide id="3" orient="horz" pos="1361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Custom Layout 1 4"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6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0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12062"/>
            <a:ext cx="779340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0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0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60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60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21" name="Google Shape;672;p60">
            <a:extLst>
              <a:ext uri="{FF2B5EF4-FFF2-40B4-BE49-F238E27FC236}">
                <a16:creationId xmlns:a16="http://schemas.microsoft.com/office/drawing/2014/main" id="{643ABBCA-C9CF-49C5-B6B7-C2BB3E564B2C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396063F-B8A9-4DC9-B62C-508044E7C4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651" y="6006481"/>
            <a:ext cx="2390116" cy="505444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13A01D1-7733-4D34-808D-AD39DC8D0058}"/>
              </a:ext>
            </a:extLst>
          </p:cNvPr>
          <p:cNvGrpSpPr/>
          <p:nvPr userDrawn="1"/>
        </p:nvGrpSpPr>
        <p:grpSpPr>
          <a:xfrm>
            <a:off x="1335364" y="4166518"/>
            <a:ext cx="3085661" cy="2248689"/>
            <a:chOff x="3955254" y="2734741"/>
            <a:chExt cx="1045042" cy="761579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259ADFE-B805-480C-9507-BEC97D2767D1}"/>
                </a:ext>
              </a:extLst>
            </p:cNvPr>
            <p:cNvSpPr/>
            <p:nvPr userDrawn="1"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3F8A91CF-F168-44CD-87F6-E24D52D84740}"/>
                </a:ext>
              </a:extLst>
            </p:cNvPr>
            <p:cNvSpPr/>
            <p:nvPr userDrawn="1"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C744838-4B44-4AD3-857A-94C6FF73A110}"/>
                </a:ext>
              </a:extLst>
            </p:cNvPr>
            <p:cNvSpPr/>
            <p:nvPr userDrawn="1"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5518EEDE-4C15-4272-A5F1-2027B5E62AAC}"/>
                </a:ext>
              </a:extLst>
            </p:cNvPr>
            <p:cNvSpPr/>
            <p:nvPr userDrawn="1"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93EC5E7-3EC0-482C-A857-BC488A780B30}"/>
                </a:ext>
              </a:extLst>
            </p:cNvPr>
            <p:cNvSpPr/>
            <p:nvPr userDrawn="1"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1A42E4E7-A6F0-478F-8435-3CCF050B6C73}"/>
                </a:ext>
              </a:extLst>
            </p:cNvPr>
            <p:cNvSpPr/>
            <p:nvPr userDrawn="1"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DD17EEBB-AE32-4E7D-916D-DAC76A6EED45}"/>
                </a:ext>
              </a:extLst>
            </p:cNvPr>
            <p:cNvSpPr/>
            <p:nvPr userDrawn="1"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005774C5-0380-4FCA-8BF1-3F38B5E45D3C}"/>
                </a:ext>
              </a:extLst>
            </p:cNvPr>
            <p:cNvSpPr/>
            <p:nvPr userDrawn="1"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4816ECDC-CBD3-45D0-B4B9-0A67789A059B}"/>
                </a:ext>
              </a:extLst>
            </p:cNvPr>
            <p:cNvSpPr/>
            <p:nvPr userDrawn="1"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</p:grpSp>
    </p:spTree>
    <p:extLst>
      <p:ext uri="{BB962C8B-B14F-4D97-AF65-F5344CB8AC3E}">
        <p14:creationId xmlns:p14="http://schemas.microsoft.com/office/powerpoint/2010/main" val="3380497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5" preserve="1">
  <p:cSld name="Custom Layout 1 5"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6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84765" y="-35335"/>
            <a:ext cx="12391465" cy="696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12062"/>
            <a:ext cx="779340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1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61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61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61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22" name="Google Shape;682;p61">
            <a:extLst>
              <a:ext uri="{FF2B5EF4-FFF2-40B4-BE49-F238E27FC236}">
                <a16:creationId xmlns:a16="http://schemas.microsoft.com/office/drawing/2014/main" id="{2CC7DE75-A718-4D7C-A0DF-5D95F706E61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F636ED1-8E12-41BF-9F6B-7E1833F1DD7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651" y="6006481"/>
            <a:ext cx="2390116" cy="505444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58560A63-18BE-4C0C-B470-D1A7AD0DF15C}"/>
              </a:ext>
            </a:extLst>
          </p:cNvPr>
          <p:cNvGrpSpPr/>
          <p:nvPr userDrawn="1"/>
        </p:nvGrpSpPr>
        <p:grpSpPr>
          <a:xfrm>
            <a:off x="1335364" y="4166518"/>
            <a:ext cx="3085661" cy="2248689"/>
            <a:chOff x="3955254" y="2734741"/>
            <a:chExt cx="1045042" cy="761579"/>
          </a:xfrm>
        </p:grpSpPr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F6E7331E-BE16-473E-B598-0773D1CF9F56}"/>
                </a:ext>
              </a:extLst>
            </p:cNvPr>
            <p:cNvSpPr/>
            <p:nvPr userDrawn="1"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EF24B89-C530-4418-BEE0-A53F2250B71B}"/>
                </a:ext>
              </a:extLst>
            </p:cNvPr>
            <p:cNvSpPr/>
            <p:nvPr userDrawn="1"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2093F792-8F09-4FDD-AA4E-0F8C140BCD03}"/>
                </a:ext>
              </a:extLst>
            </p:cNvPr>
            <p:cNvSpPr/>
            <p:nvPr userDrawn="1"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88DFEAB5-03CD-4791-B69C-213EB5317B37}"/>
                </a:ext>
              </a:extLst>
            </p:cNvPr>
            <p:cNvSpPr/>
            <p:nvPr userDrawn="1"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A60C31AE-B7E8-4232-AFD8-D26C878BDFDF}"/>
                </a:ext>
              </a:extLst>
            </p:cNvPr>
            <p:cNvSpPr/>
            <p:nvPr userDrawn="1"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0584541-8C46-4D65-AAA0-886FA5495900}"/>
                </a:ext>
              </a:extLst>
            </p:cNvPr>
            <p:cNvSpPr/>
            <p:nvPr userDrawn="1"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14F52EBA-2591-4DB4-BB36-D418DBE1A141}"/>
                </a:ext>
              </a:extLst>
            </p:cNvPr>
            <p:cNvSpPr/>
            <p:nvPr userDrawn="1"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15468F6D-C586-4D6E-B9F9-A136A4856950}"/>
                </a:ext>
              </a:extLst>
            </p:cNvPr>
            <p:cNvSpPr/>
            <p:nvPr userDrawn="1"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E57B4BD-710B-4451-80F0-FB0C642040E4}"/>
                </a:ext>
              </a:extLst>
            </p:cNvPr>
            <p:cNvSpPr/>
            <p:nvPr userDrawn="1"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</p:grpSp>
    </p:spTree>
    <p:extLst>
      <p:ext uri="{BB962C8B-B14F-4D97-AF65-F5344CB8AC3E}">
        <p14:creationId xmlns:p14="http://schemas.microsoft.com/office/powerpoint/2010/main" val="22508307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5" preserve="1">
  <p:cSld name="Custom Layout 1 3 1 1 2 5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692;p63">
            <a:extLst>
              <a:ext uri="{FF2B5EF4-FFF2-40B4-BE49-F238E27FC236}">
                <a16:creationId xmlns:a16="http://schemas.microsoft.com/office/drawing/2014/main" id="{FB40C57F-2D86-4D18-846D-CE67532B1760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2"/>
          <p:cNvSpPr/>
          <p:nvPr/>
        </p:nvSpPr>
        <p:spPr>
          <a:xfrm>
            <a:off x="-92000" y="6170533"/>
            <a:ext cx="12401987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4" name="Google Shape;794;p72"/>
          <p:cNvSpPr txBox="1">
            <a:spLocks noGrp="1"/>
          </p:cNvSpPr>
          <p:nvPr>
            <p:ph type="title"/>
          </p:nvPr>
        </p:nvSpPr>
        <p:spPr>
          <a:xfrm>
            <a:off x="5883033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95" name="Google Shape;795;p72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2"/>
          <p:cNvSpPr txBox="1">
            <a:spLocks noGrp="1"/>
          </p:cNvSpPr>
          <p:nvPr>
            <p:ph type="body" idx="2"/>
          </p:nvPr>
        </p:nvSpPr>
        <p:spPr>
          <a:xfrm>
            <a:off x="5943900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2AA8008-CE06-40DE-8A1A-66FE9E1BED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22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4 1" preserve="1">
  <p:cSld name="Custom Layout 1 3 1 1 2 4 1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26;p66">
            <a:extLst>
              <a:ext uri="{FF2B5EF4-FFF2-40B4-BE49-F238E27FC236}">
                <a16:creationId xmlns:a16="http://schemas.microsoft.com/office/drawing/2014/main" id="{378E6D45-F48C-4D8A-AA2A-9939F76319DC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3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2" name="Google Shape;802;p73"/>
          <p:cNvSpPr txBox="1">
            <a:spLocks noGrp="1"/>
          </p:cNvSpPr>
          <p:nvPr>
            <p:ph type="title"/>
          </p:nvPr>
        </p:nvSpPr>
        <p:spPr>
          <a:xfrm>
            <a:off x="5883033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03" name="Google Shape;803;p7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5" name="Google Shape;805;p73"/>
          <p:cNvSpPr txBox="1">
            <a:spLocks noGrp="1"/>
          </p:cNvSpPr>
          <p:nvPr>
            <p:ph type="body" idx="2"/>
          </p:nvPr>
        </p:nvSpPr>
        <p:spPr>
          <a:xfrm>
            <a:off x="5943900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0" name="Google Shape;806;p73">
            <a:extLst>
              <a:ext uri="{FF2B5EF4-FFF2-40B4-BE49-F238E27FC236}">
                <a16:creationId xmlns:a16="http://schemas.microsoft.com/office/drawing/2014/main" id="{E7F10D4F-C541-4346-9357-0962FC0ADB9D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785E7C3-5A1D-49EC-BC3D-F7E6F18767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436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2" preserve="1">
  <p:cSld name="Custom Layout 1 3 1 1 2 1 2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6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6" name="Google Shape;826;p76"/>
          <p:cNvSpPr txBox="1">
            <a:spLocks noGrp="1"/>
          </p:cNvSpPr>
          <p:nvPr>
            <p:ph type="title"/>
          </p:nvPr>
        </p:nvSpPr>
        <p:spPr>
          <a:xfrm>
            <a:off x="5661367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27" name="Google Shape;827;p76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p76"/>
          <p:cNvSpPr txBox="1">
            <a:spLocks noGrp="1"/>
          </p:cNvSpPr>
          <p:nvPr>
            <p:ph type="body" idx="2"/>
          </p:nvPr>
        </p:nvSpPr>
        <p:spPr>
          <a:xfrm>
            <a:off x="5722233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9" name="Google Shape;830;p76">
            <a:extLst>
              <a:ext uri="{FF2B5EF4-FFF2-40B4-BE49-F238E27FC236}">
                <a16:creationId xmlns:a16="http://schemas.microsoft.com/office/drawing/2014/main" id="{B0A0C183-29E1-48C9-919D-9AB15EF2DE7F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B8F19BA-D2DE-4089-9EB0-F007C75CB8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82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2 1" preserve="1">
  <p:cSld name="Custom Layout 1 3 1 1 2 1 2 1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4000" y="-88366"/>
            <a:ext cx="12214469" cy="696233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7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4" name="Google Shape;834;p77"/>
          <p:cNvSpPr txBox="1">
            <a:spLocks noGrp="1"/>
          </p:cNvSpPr>
          <p:nvPr>
            <p:ph type="title"/>
          </p:nvPr>
        </p:nvSpPr>
        <p:spPr>
          <a:xfrm>
            <a:off x="5661367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35" name="Google Shape;835;p7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7" name="Google Shape;837;p77"/>
          <p:cNvSpPr txBox="1">
            <a:spLocks noGrp="1"/>
          </p:cNvSpPr>
          <p:nvPr>
            <p:ph type="body" idx="2"/>
          </p:nvPr>
        </p:nvSpPr>
        <p:spPr>
          <a:xfrm>
            <a:off x="5722233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0" name="Google Shape;838;p77">
            <a:extLst>
              <a:ext uri="{FF2B5EF4-FFF2-40B4-BE49-F238E27FC236}">
                <a16:creationId xmlns:a16="http://schemas.microsoft.com/office/drawing/2014/main" id="{F6CC3871-6B96-41AF-95CD-CF9981A69985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3FB4927-0D00-4F59-BD63-B0BADE4151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409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1 1" preserve="1">
  <p:cSld name="Custom Layout 1 3 1 1 2 1 1 1 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8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1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6" name="Google Shape;866;p81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81"/>
          <p:cNvSpPr txBox="1">
            <a:spLocks noGrp="1"/>
          </p:cNvSpPr>
          <p:nvPr>
            <p:ph type="title"/>
          </p:nvPr>
        </p:nvSpPr>
        <p:spPr>
          <a:xfrm>
            <a:off x="6417067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9" name="Google Shape;869;p81"/>
          <p:cNvSpPr txBox="1">
            <a:spLocks noGrp="1"/>
          </p:cNvSpPr>
          <p:nvPr>
            <p:ph type="body" idx="2"/>
          </p:nvPr>
        </p:nvSpPr>
        <p:spPr>
          <a:xfrm>
            <a:off x="6417067" y="3528933"/>
            <a:ext cx="4627600" cy="19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0" name="Google Shape;870;p81">
            <a:extLst>
              <a:ext uri="{FF2B5EF4-FFF2-40B4-BE49-F238E27FC236}">
                <a16:creationId xmlns:a16="http://schemas.microsoft.com/office/drawing/2014/main" id="{9CAE439A-90C9-477F-B07D-C9BA72C0F4D0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009AE16-15F9-4292-88AD-821CA6B6AA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358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">
  <p:cSld name="Title and Content 1 3 1 1 1 1 1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3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0" name="Google Shape;229;p18">
            <a:extLst>
              <a:ext uri="{FF2B5EF4-FFF2-40B4-BE49-F238E27FC236}">
                <a16:creationId xmlns:a16="http://schemas.microsoft.com/office/drawing/2014/main" id="{06FABB0F-823E-4454-A321-6ABF07A4BF77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809B5E27-6A8C-4322-B524-DDC87F68D3B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4200EC5-18BF-4CAD-84DE-7A8F99905194}"/>
              </a:ext>
            </a:extLst>
          </p:cNvPr>
          <p:cNvGrpSpPr/>
          <p:nvPr userDrawn="1"/>
        </p:nvGrpSpPr>
        <p:grpSpPr>
          <a:xfrm>
            <a:off x="960427" y="3942312"/>
            <a:ext cx="4172804" cy="3712877"/>
            <a:chOff x="5528331" y="2177268"/>
            <a:chExt cx="6412638" cy="5705835"/>
          </a:xfrm>
        </p:grpSpPr>
        <p:sp>
          <p:nvSpPr>
            <p:cNvPr id="23" name="Google Shape;2551;p259">
              <a:extLst>
                <a:ext uri="{FF2B5EF4-FFF2-40B4-BE49-F238E27FC236}">
                  <a16:creationId xmlns:a16="http://schemas.microsoft.com/office/drawing/2014/main" id="{03F47441-5191-4D90-AFB4-C3E4AA799053}"/>
                </a:ext>
              </a:extLst>
            </p:cNvPr>
            <p:cNvSpPr/>
            <p:nvPr/>
          </p:nvSpPr>
          <p:spPr>
            <a:xfrm rot="-4743171">
              <a:off x="6137403" y="2647600"/>
              <a:ext cx="5352195" cy="5118811"/>
            </a:xfrm>
            <a:prstGeom prst="arc">
              <a:avLst>
                <a:gd name="adj1" fmla="val 17096738"/>
                <a:gd name="adj2" fmla="val 4615968"/>
              </a:avLst>
            </a:prstGeom>
            <a:noFill/>
            <a:ln w="38100" cap="flat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latin typeface="Open Sans" panose="020B0606030504020204" pitchFamily="34" charset="0"/>
              </a:endParaRPr>
            </a:p>
          </p:txBody>
        </p:sp>
        <p:pic>
          <p:nvPicPr>
            <p:cNvPr id="24" name="Google Shape;2552;p259">
              <a:extLst>
                <a:ext uri="{FF2B5EF4-FFF2-40B4-BE49-F238E27FC236}">
                  <a16:creationId xmlns:a16="http://schemas.microsoft.com/office/drawing/2014/main" id="{F7E9584C-99B0-4DDE-94F6-FE059727A3E7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71234" y="4686501"/>
              <a:ext cx="969735" cy="12268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53;p259">
              <a:extLst>
                <a:ext uri="{FF2B5EF4-FFF2-40B4-BE49-F238E27FC236}">
                  <a16:creationId xmlns:a16="http://schemas.microsoft.com/office/drawing/2014/main" id="{D39D7654-4C01-4087-9A85-CDE971B952AC}"/>
                </a:ext>
              </a:extLst>
            </p:cNvPr>
            <p:cNvPicPr preferRelativeResize="0"/>
            <p:nvPr/>
          </p:nvPicPr>
          <p:blipFill>
            <a:blip r:embed="rId7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96235" y="2177268"/>
              <a:ext cx="1139968" cy="98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BD1F8568-275F-42D5-9CE2-00E96C4B3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331" y="3614051"/>
              <a:ext cx="2112155" cy="1805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23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">
  <p:cSld name="Title and Content 1 3 1 1 1 1 1 1 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57231" y="-70664"/>
            <a:ext cx="12363933" cy="694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242;p19">
            <a:extLst>
              <a:ext uri="{FF2B5EF4-FFF2-40B4-BE49-F238E27FC236}">
                <a16:creationId xmlns:a16="http://schemas.microsoft.com/office/drawing/2014/main" id="{BF5E8F30-B3C8-47C4-B281-7FF77CF58402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7EC1B96-DD63-444B-9624-D09BD9FC20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29B7488-5641-4895-9077-CAD782E16C9E}"/>
              </a:ext>
            </a:extLst>
          </p:cNvPr>
          <p:cNvGrpSpPr/>
          <p:nvPr userDrawn="1"/>
        </p:nvGrpSpPr>
        <p:grpSpPr>
          <a:xfrm>
            <a:off x="960427" y="3942312"/>
            <a:ext cx="4172804" cy="3712877"/>
            <a:chOff x="5528331" y="2177268"/>
            <a:chExt cx="6412638" cy="5705835"/>
          </a:xfrm>
        </p:grpSpPr>
        <p:sp>
          <p:nvSpPr>
            <p:cNvPr id="19" name="Google Shape;2551;p259">
              <a:extLst>
                <a:ext uri="{FF2B5EF4-FFF2-40B4-BE49-F238E27FC236}">
                  <a16:creationId xmlns:a16="http://schemas.microsoft.com/office/drawing/2014/main" id="{F0C65DB9-DEEE-4F28-9D86-8863D2F36F53}"/>
                </a:ext>
              </a:extLst>
            </p:cNvPr>
            <p:cNvSpPr/>
            <p:nvPr/>
          </p:nvSpPr>
          <p:spPr>
            <a:xfrm rot="-4743171">
              <a:off x="6137403" y="2647600"/>
              <a:ext cx="5352195" cy="5118811"/>
            </a:xfrm>
            <a:prstGeom prst="arc">
              <a:avLst>
                <a:gd name="adj1" fmla="val 17096738"/>
                <a:gd name="adj2" fmla="val 4615968"/>
              </a:avLst>
            </a:prstGeom>
            <a:noFill/>
            <a:ln w="38100" cap="flat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latin typeface="Open Sans" panose="020B0606030504020204" pitchFamily="34" charset="0"/>
              </a:endParaRPr>
            </a:p>
          </p:txBody>
        </p:sp>
        <p:pic>
          <p:nvPicPr>
            <p:cNvPr id="25" name="Google Shape;2552;p259">
              <a:extLst>
                <a:ext uri="{FF2B5EF4-FFF2-40B4-BE49-F238E27FC236}">
                  <a16:creationId xmlns:a16="http://schemas.microsoft.com/office/drawing/2014/main" id="{EB4A3E11-7E26-40BF-A7A0-4B67E8293F24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71234" y="4686501"/>
              <a:ext cx="969735" cy="12268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553;p259">
              <a:extLst>
                <a:ext uri="{FF2B5EF4-FFF2-40B4-BE49-F238E27FC236}">
                  <a16:creationId xmlns:a16="http://schemas.microsoft.com/office/drawing/2014/main" id="{F69425D3-499E-43D8-B974-515F1BF07E11}"/>
                </a:ext>
              </a:extLst>
            </p:cNvPr>
            <p:cNvPicPr preferRelativeResize="0"/>
            <p:nvPr/>
          </p:nvPicPr>
          <p:blipFill>
            <a:blip r:embed="rId7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96235" y="2177268"/>
              <a:ext cx="1139968" cy="98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E0421369-3D07-4B1B-A1D1-E5467F5E0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331" y="3614051"/>
              <a:ext cx="2112155" cy="1805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62964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 1 1">
  <p:cSld name="Title and Content 1 3 1 1 1 1 1 1 1 1 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263;p21">
            <a:extLst>
              <a:ext uri="{FF2B5EF4-FFF2-40B4-BE49-F238E27FC236}">
                <a16:creationId xmlns:a16="http://schemas.microsoft.com/office/drawing/2014/main" id="{8B93810F-DCFA-49AC-B382-5273FEDBB23E}"/>
              </a:ext>
            </a:extLst>
          </p:cNvPr>
          <p:cNvSpPr/>
          <p:nvPr userDrawn="1"/>
        </p:nvSpPr>
        <p:spPr>
          <a:xfrm rot="-4705814">
            <a:off x="670954" y="4279673"/>
            <a:ext cx="4238113" cy="4271679"/>
          </a:xfrm>
          <a:prstGeom prst="arc">
            <a:avLst>
              <a:gd name="adj1" fmla="val 17096738"/>
              <a:gd name="adj2" fmla="val 3877162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6" name="Google Shape;264;p21">
            <a:extLst>
              <a:ext uri="{FF2B5EF4-FFF2-40B4-BE49-F238E27FC236}">
                <a16:creationId xmlns:a16="http://schemas.microsoft.com/office/drawing/2014/main" id="{590A39B1-5340-4530-8B0F-D27C02C35600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0629" y="5597758"/>
            <a:ext cx="810771" cy="96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65;p21">
            <a:extLst>
              <a:ext uri="{FF2B5EF4-FFF2-40B4-BE49-F238E27FC236}">
                <a16:creationId xmlns:a16="http://schemas.microsoft.com/office/drawing/2014/main" id="{81C7BD68-7731-4EE0-8531-F8026F811AC6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2986" y="3818281"/>
            <a:ext cx="953101" cy="77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66;p21">
            <a:extLst>
              <a:ext uri="{FF2B5EF4-FFF2-40B4-BE49-F238E27FC236}">
                <a16:creationId xmlns:a16="http://schemas.microsoft.com/office/drawing/2014/main" id="{D994BACA-68A9-4668-B4CD-29B67DE7C8B2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401" y="4738981"/>
            <a:ext cx="1396585" cy="1142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68;p21">
            <a:extLst>
              <a:ext uri="{FF2B5EF4-FFF2-40B4-BE49-F238E27FC236}">
                <a16:creationId xmlns:a16="http://schemas.microsoft.com/office/drawing/2014/main" id="{635AB7BD-8058-4453-8BCD-39149078BA82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15C05D8-C7B7-4267-A607-AA2316638AD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96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 1 1 1">
  <p:cSld name="Title and Content 1 3 1 1 1 1 1 1 1 1 1 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755;p275">
            <a:extLst>
              <a:ext uri="{FF2B5EF4-FFF2-40B4-BE49-F238E27FC236}">
                <a16:creationId xmlns:a16="http://schemas.microsoft.com/office/drawing/2014/main" id="{E7831054-E4B8-4826-BAB2-BABC15FA5F31}"/>
              </a:ext>
            </a:extLst>
          </p:cNvPr>
          <p:cNvPicPr preferRelativeResize="0"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523" y="-895509"/>
            <a:ext cx="12240524" cy="816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2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281;p22">
            <a:extLst>
              <a:ext uri="{FF2B5EF4-FFF2-40B4-BE49-F238E27FC236}">
                <a16:creationId xmlns:a16="http://schemas.microsoft.com/office/drawing/2014/main" id="{0E8744A7-A629-47B1-859B-B80C3B391A39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6D1C0718-E446-4A89-A00A-47981BCFBD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sp>
        <p:nvSpPr>
          <p:cNvPr id="22" name="Google Shape;2606;p263">
            <a:extLst>
              <a:ext uri="{FF2B5EF4-FFF2-40B4-BE49-F238E27FC236}">
                <a16:creationId xmlns:a16="http://schemas.microsoft.com/office/drawing/2014/main" id="{14C31BE0-6DD0-4199-94A0-19EF859BDF8A}"/>
              </a:ext>
            </a:extLst>
          </p:cNvPr>
          <p:cNvSpPr/>
          <p:nvPr userDrawn="1"/>
        </p:nvSpPr>
        <p:spPr>
          <a:xfrm rot="4264039">
            <a:off x="1342588" y="2690098"/>
            <a:ext cx="3481743" cy="3509317"/>
          </a:xfrm>
          <a:prstGeom prst="arc">
            <a:avLst>
              <a:gd name="adj1" fmla="val 17096738"/>
              <a:gd name="adj2" fmla="val 461596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latin typeface="Open Sans" panose="020B0606030504020204" pitchFamily="34" charset="0"/>
            </a:endParaRPr>
          </a:p>
        </p:txBody>
      </p:sp>
      <p:pic>
        <p:nvPicPr>
          <p:cNvPr id="23" name="Google Shape;2688;p269">
            <a:extLst>
              <a:ext uri="{FF2B5EF4-FFF2-40B4-BE49-F238E27FC236}">
                <a16:creationId xmlns:a16="http://schemas.microsoft.com/office/drawing/2014/main" id="{651804F4-5DAE-46A8-8AF1-D3A92E5F9ACB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027" y="4706133"/>
            <a:ext cx="782119" cy="6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6ACB3FDA-FBF9-445E-8A32-1436C6816A2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0673" y="5353027"/>
            <a:ext cx="1511843" cy="1292272"/>
          </a:xfrm>
          <a:prstGeom prst="rect">
            <a:avLst/>
          </a:prstGeom>
        </p:spPr>
      </p:pic>
      <p:pic>
        <p:nvPicPr>
          <p:cNvPr id="25" name="Google Shape;2687;p269">
            <a:extLst>
              <a:ext uri="{FF2B5EF4-FFF2-40B4-BE49-F238E27FC236}">
                <a16:creationId xmlns:a16="http://schemas.microsoft.com/office/drawing/2014/main" id="{EF9B5495-63C8-4F92-8E72-B497C95342EC}"/>
              </a:ext>
            </a:extLst>
          </p:cNvPr>
          <p:cNvPicPr preferRelativeResize="0"/>
          <p:nvPr userDrawn="1"/>
        </p:nvPicPr>
        <p:blipFill>
          <a:blip r:embed="rId8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3216" y="3624749"/>
            <a:ext cx="619347" cy="783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87437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 1">
  <p:cSld name="Custom Layout 1 4 1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3005;p294">
            <a:extLst>
              <a:ext uri="{FF2B5EF4-FFF2-40B4-BE49-F238E27FC236}">
                <a16:creationId xmlns:a16="http://schemas.microsoft.com/office/drawing/2014/main" id="{6240FF11-311F-41BA-A412-C7C9D2B0AAF0}"/>
              </a:ext>
            </a:extLst>
          </p:cNvPr>
          <p:cNvPicPr preferRelativeResize="0"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363" y="-1185664"/>
            <a:ext cx="13851964" cy="9234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6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7041" y="12067"/>
            <a:ext cx="733103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62"/>
          <p:cNvSpPr/>
          <p:nvPr/>
        </p:nvSpPr>
        <p:spPr>
          <a:xfrm>
            <a:off x="7252393" y="23694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2"/>
          <p:cNvSpPr txBox="1">
            <a:spLocks noGrp="1"/>
          </p:cNvSpPr>
          <p:nvPr>
            <p:ph type="subTitle" idx="1"/>
          </p:nvPr>
        </p:nvSpPr>
        <p:spPr>
          <a:xfrm>
            <a:off x="7252395" y="19735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9" name="Google Shape;689;p62"/>
          <p:cNvSpPr txBox="1">
            <a:spLocks noGrp="1"/>
          </p:cNvSpPr>
          <p:nvPr>
            <p:ph type="title"/>
          </p:nvPr>
        </p:nvSpPr>
        <p:spPr>
          <a:xfrm>
            <a:off x="7187800" y="26064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ExtraBold"/>
              <a:buNone/>
              <a:defRPr sz="5333" i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0" name="Google Shape;690;p62"/>
          <p:cNvSpPr txBox="1">
            <a:spLocks noGrp="1"/>
          </p:cNvSpPr>
          <p:nvPr>
            <p:ph type="body" idx="2"/>
          </p:nvPr>
        </p:nvSpPr>
        <p:spPr>
          <a:xfrm>
            <a:off x="645805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F7C6F73-F6D9-4F38-BD49-557F96F876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7485" y="6006481"/>
            <a:ext cx="2390116" cy="50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543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2">
  <p:cSld name="Custom Layout 1 3 2"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6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63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51" t="-15901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3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5" name="Google Shape;695;p6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63"/>
          <p:cNvSpPr txBox="1">
            <a:spLocks noGrp="1"/>
          </p:cNvSpPr>
          <p:nvPr>
            <p:ph type="title"/>
          </p:nvPr>
        </p:nvSpPr>
        <p:spPr>
          <a:xfrm>
            <a:off x="5916767" y="2284900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600"/>
              <a:buFont typeface="Open Sans ExtraBold"/>
              <a:buNone/>
              <a:defRPr sz="3467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698" name="Google Shape;698;p63"/>
          <p:cNvSpPr txBox="1">
            <a:spLocks noGrp="1"/>
          </p:cNvSpPr>
          <p:nvPr>
            <p:ph type="body" idx="2"/>
          </p:nvPr>
        </p:nvSpPr>
        <p:spPr>
          <a:xfrm>
            <a:off x="5916767" y="4075734"/>
            <a:ext cx="6154400" cy="194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grpSp>
        <p:nvGrpSpPr>
          <p:cNvPr id="16" name="Google Shape;699;p63">
            <a:extLst>
              <a:ext uri="{FF2B5EF4-FFF2-40B4-BE49-F238E27FC236}">
                <a16:creationId xmlns:a16="http://schemas.microsoft.com/office/drawing/2014/main" id="{1003A230-8A68-45F6-B6EF-552AD31DD053}"/>
              </a:ext>
            </a:extLst>
          </p:cNvPr>
          <p:cNvGrpSpPr/>
          <p:nvPr userDrawn="1"/>
        </p:nvGrpSpPr>
        <p:grpSpPr>
          <a:xfrm>
            <a:off x="506001" y="1923251"/>
            <a:ext cx="3415633" cy="3817284"/>
            <a:chOff x="287275" y="1739038"/>
            <a:chExt cx="2561725" cy="2862963"/>
          </a:xfrm>
        </p:grpSpPr>
        <p:sp>
          <p:nvSpPr>
            <p:cNvPr id="18" name="Google Shape;700;p63">
              <a:extLst>
                <a:ext uri="{FF2B5EF4-FFF2-40B4-BE49-F238E27FC236}">
                  <a16:creationId xmlns:a16="http://schemas.microsoft.com/office/drawing/2014/main" id="{F0C49679-49C9-42FA-881E-E53F5E8F80A5}"/>
                </a:ext>
              </a:extLst>
            </p:cNvPr>
            <p:cNvSpPr/>
            <p:nvPr/>
          </p:nvSpPr>
          <p:spPr>
            <a:xfrm rot="10800000">
              <a:off x="598916" y="1932452"/>
              <a:ext cx="2250000" cy="22500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701;p63">
              <a:extLst>
                <a:ext uri="{FF2B5EF4-FFF2-40B4-BE49-F238E27FC236}">
                  <a16:creationId xmlns:a16="http://schemas.microsoft.com/office/drawing/2014/main" id="{BFD0CB90-137A-4758-9E86-56693376020E}"/>
                </a:ext>
              </a:extLst>
            </p:cNvPr>
            <p:cNvSpPr/>
            <p:nvPr/>
          </p:nvSpPr>
          <p:spPr>
            <a:xfrm rot="-5400000">
              <a:off x="599000" y="2003750"/>
              <a:ext cx="2250000" cy="22500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20" name="Google Shape;702;p63">
              <a:extLst>
                <a:ext uri="{FF2B5EF4-FFF2-40B4-BE49-F238E27FC236}">
                  <a16:creationId xmlns:a16="http://schemas.microsoft.com/office/drawing/2014/main" id="{8EF4D240-83B6-45E7-B9B1-DD91CEF4A2AC}"/>
                </a:ext>
              </a:extLst>
            </p:cNvPr>
            <p:cNvPicPr preferRelativeResize="0"/>
            <p:nvPr/>
          </p:nvPicPr>
          <p:blipFill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67175" y="1739038"/>
              <a:ext cx="487725" cy="48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703;p63">
              <a:extLst>
                <a:ext uri="{FF2B5EF4-FFF2-40B4-BE49-F238E27FC236}">
                  <a16:creationId xmlns:a16="http://schemas.microsoft.com/office/drawing/2014/main" id="{C8787362-79B9-4882-AEF9-43E872FA2C9F}"/>
                </a:ext>
              </a:extLst>
            </p:cNvPr>
            <p:cNvPicPr preferRelativeResize="0"/>
            <p:nvPr/>
          </p:nvPicPr>
          <p:blipFill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8375" y="3666600"/>
              <a:ext cx="783950" cy="9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704;p63">
              <a:extLst>
                <a:ext uri="{FF2B5EF4-FFF2-40B4-BE49-F238E27FC236}">
                  <a16:creationId xmlns:a16="http://schemas.microsoft.com/office/drawing/2014/main" id="{08822D82-EAD0-4124-BC28-B09759B7341B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7275" y="2772625"/>
              <a:ext cx="702425" cy="634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" name="Google Shape;705;p63">
            <a:extLst>
              <a:ext uri="{FF2B5EF4-FFF2-40B4-BE49-F238E27FC236}">
                <a16:creationId xmlns:a16="http://schemas.microsoft.com/office/drawing/2014/main" id="{C626E620-0B30-4F87-BB0F-8C3F740A1086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82F40F3-23C4-4500-AFE2-6171BDC8196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681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4">
  <p:cSld name="Custom Layout 1 3 1 4"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6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4"/>
          <p:cNvSpPr txBox="1">
            <a:spLocks noGrp="1"/>
          </p:cNvSpPr>
          <p:nvPr>
            <p:ph type="title"/>
          </p:nvPr>
        </p:nvSpPr>
        <p:spPr>
          <a:xfrm>
            <a:off x="888600" y="697267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9" name="Google Shape;709;p64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2855"/>
          <a:stretch/>
        </p:blipFill>
        <p:spPr>
          <a:xfrm>
            <a:off x="3014401" y="12068"/>
            <a:ext cx="9194697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64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1" name="Google Shape;711;p6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64"/>
          <p:cNvSpPr txBox="1">
            <a:spLocks noGrp="1"/>
          </p:cNvSpPr>
          <p:nvPr>
            <p:ph type="subTitle" idx="2"/>
          </p:nvPr>
        </p:nvSpPr>
        <p:spPr>
          <a:xfrm>
            <a:off x="953195" y="5464471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None/>
              <a:defRPr sz="12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5" name="Google Shape;715;p64"/>
          <p:cNvSpPr txBox="1">
            <a:spLocks noGrp="1"/>
          </p:cNvSpPr>
          <p:nvPr>
            <p:ph type="title" idx="3"/>
          </p:nvPr>
        </p:nvSpPr>
        <p:spPr>
          <a:xfrm>
            <a:off x="6908700" y="1167300"/>
            <a:ext cx="50088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600"/>
              <a:buFont typeface="Open Sans ExtraBold"/>
              <a:buNone/>
              <a:defRPr sz="3467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16" name="Google Shape;716;p64"/>
          <p:cNvSpPr txBox="1">
            <a:spLocks noGrp="1"/>
          </p:cNvSpPr>
          <p:nvPr>
            <p:ph type="body" idx="4"/>
          </p:nvPr>
        </p:nvSpPr>
        <p:spPr>
          <a:xfrm>
            <a:off x="6908700" y="2958134"/>
            <a:ext cx="5162400" cy="306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714;p64">
            <a:extLst>
              <a:ext uri="{FF2B5EF4-FFF2-40B4-BE49-F238E27FC236}">
                <a16:creationId xmlns:a16="http://schemas.microsoft.com/office/drawing/2014/main" id="{174E3A42-F148-4FEA-B5A0-FACBDA174B0A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3F5EF62-4501-40B1-BDE1-F8CCE1F3ED8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327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3 1">
  <p:cSld name="Custom Layout 1 3 1 3 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6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65"/>
          <p:cNvSpPr/>
          <p:nvPr/>
        </p:nvSpPr>
        <p:spPr>
          <a:xfrm>
            <a:off x="-92000" y="6170533"/>
            <a:ext cx="12372491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0" name="Google Shape;720;p6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65"/>
          <p:cNvSpPr txBox="1">
            <a:spLocks noGrp="1"/>
          </p:cNvSpPr>
          <p:nvPr>
            <p:ph type="title"/>
          </p:nvPr>
        </p:nvSpPr>
        <p:spPr>
          <a:xfrm>
            <a:off x="6566900" y="1490351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 ExtraBold"/>
              <a:buNone/>
              <a:defRPr sz="42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23" name="Google Shape;723;p65"/>
          <p:cNvSpPr txBox="1">
            <a:spLocks noGrp="1"/>
          </p:cNvSpPr>
          <p:nvPr>
            <p:ph type="body" idx="2"/>
          </p:nvPr>
        </p:nvSpPr>
        <p:spPr>
          <a:xfrm>
            <a:off x="6669600" y="26595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9" name="Google Shape;724;p65">
            <a:extLst>
              <a:ext uri="{FF2B5EF4-FFF2-40B4-BE49-F238E27FC236}">
                <a16:creationId xmlns:a16="http://schemas.microsoft.com/office/drawing/2014/main" id="{72BB3A84-F2FD-4FF0-919D-8FB874D39BB1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80C3973-38F9-4C9A-91F6-6F979D80E9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50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2 1 1">
  <p:cSld name="Custom Layout 1 3 1 2 1 1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6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67"/>
          <p:cNvSpPr/>
          <p:nvPr/>
        </p:nvSpPr>
        <p:spPr>
          <a:xfrm>
            <a:off x="-92001" y="6170533"/>
            <a:ext cx="12431484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7" name="Google Shape;737;p6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39" name="Google Shape;739;p67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6837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7"/>
          <p:cNvSpPr txBox="1">
            <a:spLocks noGrp="1"/>
          </p:cNvSpPr>
          <p:nvPr>
            <p:ph type="title"/>
          </p:nvPr>
        </p:nvSpPr>
        <p:spPr>
          <a:xfrm>
            <a:off x="6618933" y="2014133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41" name="Google Shape;741;p67"/>
          <p:cNvSpPr txBox="1">
            <a:spLocks noGrp="1"/>
          </p:cNvSpPr>
          <p:nvPr>
            <p:ph type="body" idx="2"/>
          </p:nvPr>
        </p:nvSpPr>
        <p:spPr>
          <a:xfrm>
            <a:off x="6618933" y="3044133"/>
            <a:ext cx="4758400" cy="2604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Google Shape;742;p67">
            <a:extLst>
              <a:ext uri="{FF2B5EF4-FFF2-40B4-BE49-F238E27FC236}">
                <a16:creationId xmlns:a16="http://schemas.microsoft.com/office/drawing/2014/main" id="{730DB273-89FD-4093-B96E-461020EFCAE1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9519F68-4675-4437-AA92-B7123F990A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866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3 1">
  <p:cSld name="Custom Layout 1 3 1 1 2 3 1"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FE03406-CCBA-45BA-8CDA-1FD29253F9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89467" y="-643467"/>
            <a:ext cx="12677768" cy="8453169"/>
          </a:xfrm>
          <a:prstGeom prst="rect">
            <a:avLst/>
          </a:prstGeom>
        </p:spPr>
      </p:pic>
      <p:pic>
        <p:nvPicPr>
          <p:cNvPr id="809" name="Google Shape;809;p7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04268" y="699167"/>
            <a:ext cx="5404297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4"/>
          <p:cNvSpPr txBox="1">
            <a:spLocks noGrp="1"/>
          </p:cNvSpPr>
          <p:nvPr>
            <p:ph type="title"/>
          </p:nvPr>
        </p:nvSpPr>
        <p:spPr>
          <a:xfrm>
            <a:off x="7492600" y="2403233"/>
            <a:ext cx="4540400" cy="1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700"/>
              <a:buFont typeface="Open Sans ExtraBold"/>
              <a:buNone/>
              <a:defRPr sz="3600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74"/>
          <p:cNvSpPr txBox="1">
            <a:spLocks noGrp="1"/>
          </p:cNvSpPr>
          <p:nvPr>
            <p:ph type="subTitle" idx="1"/>
          </p:nvPr>
        </p:nvSpPr>
        <p:spPr>
          <a:xfrm>
            <a:off x="7557195" y="45135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"/>
              <a:buNone/>
              <a:defRPr sz="1600" i="1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13" name="Google Shape;813;p74"/>
          <p:cNvCxnSpPr/>
          <p:nvPr/>
        </p:nvCxnSpPr>
        <p:spPr>
          <a:xfrm>
            <a:off x="7395167" y="2033933"/>
            <a:ext cx="33036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Google Shape;814;p74" descr="Logo&#10;&#10;Description automatically generated">
            <a:extLst>
              <a:ext uri="{FF2B5EF4-FFF2-40B4-BE49-F238E27FC236}">
                <a16:creationId xmlns:a16="http://schemas.microsoft.com/office/drawing/2014/main" id="{4407DD6C-BAFB-4B12-BAA8-20B47858DF4E}"/>
              </a:ext>
            </a:extLst>
          </p:cNvPr>
          <p:cNvPicPr preferRelativeResize="0"/>
          <p:nvPr userDrawn="1"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03415" y="6240844"/>
            <a:ext cx="1639104" cy="4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15;p74">
            <a:extLst>
              <a:ext uri="{FF2B5EF4-FFF2-40B4-BE49-F238E27FC236}">
                <a16:creationId xmlns:a16="http://schemas.microsoft.com/office/drawing/2014/main" id="{099183ED-F6E3-47E3-8E1B-1273905EB2E9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B21ACEB-2753-45EA-B699-3CC1B524E3E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2124" y="1174257"/>
            <a:ext cx="3225547" cy="68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304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2">
  <p:cSld name="Custom Layout 1 3 1 1 2 1 1 2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9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9" name="Google Shape;849;p79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51" name="Google Shape;851;p79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9"/>
          <p:cNvSpPr txBox="1">
            <a:spLocks noGrp="1"/>
          </p:cNvSpPr>
          <p:nvPr>
            <p:ph type="title"/>
          </p:nvPr>
        </p:nvSpPr>
        <p:spPr>
          <a:xfrm>
            <a:off x="6618933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53" name="Google Shape;853;p79"/>
          <p:cNvSpPr txBox="1">
            <a:spLocks noGrp="1"/>
          </p:cNvSpPr>
          <p:nvPr>
            <p:ph type="body" idx="2"/>
          </p:nvPr>
        </p:nvSpPr>
        <p:spPr>
          <a:xfrm>
            <a:off x="6618934" y="2786251"/>
            <a:ext cx="5011175" cy="293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Google Shape;854;p79">
            <a:extLst>
              <a:ext uri="{FF2B5EF4-FFF2-40B4-BE49-F238E27FC236}">
                <a16:creationId xmlns:a16="http://schemas.microsoft.com/office/drawing/2014/main" id="{D74C7045-07DE-4AF6-9552-B16E0CCFCAE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C1C6AC5-455E-4AA9-BF8C-D311F3DE73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09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 1">
  <p:cSld name="Custom Layout 1 3 1 1 2 1 1 1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755;p275">
            <a:extLst>
              <a:ext uri="{FF2B5EF4-FFF2-40B4-BE49-F238E27FC236}">
                <a16:creationId xmlns:a16="http://schemas.microsoft.com/office/drawing/2014/main" id="{49A2398E-4ECB-4FC7-AFBD-F4492BE46825}"/>
              </a:ext>
            </a:extLst>
          </p:cNvPr>
          <p:cNvPicPr preferRelativeResize="0"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523" y="-895509"/>
            <a:ext cx="12240524" cy="8161048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80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8" name="Google Shape;858;p80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60" name="Google Shape;860;p80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80"/>
          <p:cNvSpPr txBox="1">
            <a:spLocks noGrp="1"/>
          </p:cNvSpPr>
          <p:nvPr>
            <p:ph type="title"/>
          </p:nvPr>
        </p:nvSpPr>
        <p:spPr>
          <a:xfrm>
            <a:off x="6618933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62" name="Google Shape;862;p80"/>
          <p:cNvSpPr txBox="1">
            <a:spLocks noGrp="1"/>
          </p:cNvSpPr>
          <p:nvPr>
            <p:ph type="body" idx="2"/>
          </p:nvPr>
        </p:nvSpPr>
        <p:spPr>
          <a:xfrm>
            <a:off x="6618933" y="2786251"/>
            <a:ext cx="4758400" cy="324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180B235-A45C-428B-A921-BB869418A0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  <p:pic>
        <p:nvPicPr>
          <p:cNvPr id="12" name="Google Shape;766;p69">
            <a:extLst>
              <a:ext uri="{FF2B5EF4-FFF2-40B4-BE49-F238E27FC236}">
                <a16:creationId xmlns:a16="http://schemas.microsoft.com/office/drawing/2014/main" id="{144F0869-014C-4AD0-B4BF-1DA982E5A545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32432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2 1">
  <p:cSld name="Custom Layout 1 2 1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8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3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4301" y="512433"/>
            <a:ext cx="7224799" cy="6357632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83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83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83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4" name="Google Shape;894;p83"/>
          <p:cNvSpPr txBox="1">
            <a:spLocks noGrp="1"/>
          </p:cNvSpPr>
          <p:nvPr>
            <p:ph type="title" idx="2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95" name="Google Shape;895;p83"/>
          <p:cNvSpPr txBox="1">
            <a:spLocks noGrp="1"/>
          </p:cNvSpPr>
          <p:nvPr>
            <p:ph type="body" idx="3"/>
          </p:nvPr>
        </p:nvSpPr>
        <p:spPr>
          <a:xfrm>
            <a:off x="6212533" y="2481452"/>
            <a:ext cx="4758400" cy="342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5" name="Google Shape;890;p83">
            <a:extLst>
              <a:ext uri="{FF2B5EF4-FFF2-40B4-BE49-F238E27FC236}">
                <a16:creationId xmlns:a16="http://schemas.microsoft.com/office/drawing/2014/main" id="{C796039C-4012-4717-B967-39DE7A6089CF}"/>
              </a:ext>
            </a:extLst>
          </p:cNvPr>
          <p:cNvSpPr/>
          <p:nvPr userDrawn="1"/>
        </p:nvSpPr>
        <p:spPr>
          <a:xfrm rot="-4743055">
            <a:off x="1260179" y="4704313"/>
            <a:ext cx="2628244" cy="2513319"/>
          </a:xfrm>
          <a:prstGeom prst="arc">
            <a:avLst>
              <a:gd name="adj1" fmla="val 17096738"/>
              <a:gd name="adj2" fmla="val 4266985"/>
            </a:avLst>
          </a:prstGeom>
          <a:noFill/>
          <a:ln w="1905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7" name="Google Shape;891;p83">
            <a:extLst>
              <a:ext uri="{FF2B5EF4-FFF2-40B4-BE49-F238E27FC236}">
                <a16:creationId xmlns:a16="http://schemas.microsoft.com/office/drawing/2014/main" id="{71DC0658-F639-475A-9C67-61035A6C039B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0267" y="5521931"/>
            <a:ext cx="61880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92;p83">
            <a:extLst>
              <a:ext uri="{FF2B5EF4-FFF2-40B4-BE49-F238E27FC236}">
                <a16:creationId xmlns:a16="http://schemas.microsoft.com/office/drawing/2014/main" id="{2F309352-F9FE-40AC-BF5B-345F57CF9B7A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4327" y="4432160"/>
            <a:ext cx="559759" cy="48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893;p83">
            <a:extLst>
              <a:ext uri="{FF2B5EF4-FFF2-40B4-BE49-F238E27FC236}">
                <a16:creationId xmlns:a16="http://schemas.microsoft.com/office/drawing/2014/main" id="{D716C456-C877-49F3-9C3C-88FBA14FD1F6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901" y="4920507"/>
            <a:ext cx="820215" cy="710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96;p83">
            <a:extLst>
              <a:ext uri="{FF2B5EF4-FFF2-40B4-BE49-F238E27FC236}">
                <a16:creationId xmlns:a16="http://schemas.microsoft.com/office/drawing/2014/main" id="{9D234B7F-BF8A-4C5B-B562-4EE85F117F08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DB9CB3AD-57C1-4E15-A11C-0B44726DD1A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227" y="6005769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58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2 1">
  <p:cSld name="Custom Layout 1 3 1 1 2 1 1 2 1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p8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84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0" name="Google Shape;900;p8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02" name="Google Shape;902;p84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3781300" y="-489233"/>
            <a:ext cx="8427803" cy="6659767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4"/>
          <p:cNvSpPr txBox="1">
            <a:spLocks noGrp="1"/>
          </p:cNvSpPr>
          <p:nvPr>
            <p:ph type="title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904" name="Google Shape;904;p84"/>
          <p:cNvSpPr txBox="1">
            <a:spLocks noGrp="1"/>
          </p:cNvSpPr>
          <p:nvPr>
            <p:ph type="body" idx="2"/>
          </p:nvPr>
        </p:nvSpPr>
        <p:spPr>
          <a:xfrm>
            <a:off x="6212534" y="2481451"/>
            <a:ext cx="5484167" cy="353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05" name="Google Shape;905;p84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84"/>
          <p:cNvSpPr txBox="1">
            <a:spLocks noGrp="1"/>
          </p:cNvSpPr>
          <p:nvPr>
            <p:ph type="subTitle" idx="3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84"/>
          <p:cNvSpPr txBox="1">
            <a:spLocks noGrp="1"/>
          </p:cNvSpPr>
          <p:nvPr>
            <p:ph type="title" idx="4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908;p84">
            <a:extLst>
              <a:ext uri="{FF2B5EF4-FFF2-40B4-BE49-F238E27FC236}">
                <a16:creationId xmlns:a16="http://schemas.microsoft.com/office/drawing/2014/main" id="{8996CE37-31B3-4ED6-917B-40FC2B384F8D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B59B063-C301-442F-9082-7381BF7722B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2413" y="6344439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704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5">
  <p:cSld name="Custom Layout 1 1 5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17998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5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7307"/>
          <a:stretch/>
        </p:blipFill>
        <p:spPr>
          <a:xfrm>
            <a:off x="682133" y="12068"/>
            <a:ext cx="11526971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85"/>
          <p:cNvSpPr txBox="1">
            <a:spLocks noGrp="1"/>
          </p:cNvSpPr>
          <p:nvPr>
            <p:ph type="title"/>
          </p:nvPr>
        </p:nvSpPr>
        <p:spPr>
          <a:xfrm>
            <a:off x="1498700" y="1413833"/>
            <a:ext cx="4563600" cy="3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3" name="Google Shape;913;p85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4" name="Google Shape;914;p8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6" name="Google Shape;916;p85"/>
          <p:cNvSpPr/>
          <p:nvPr/>
        </p:nvSpPr>
        <p:spPr>
          <a:xfrm>
            <a:off x="1562793" y="23694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85"/>
          <p:cNvSpPr txBox="1">
            <a:spLocks noGrp="1"/>
          </p:cNvSpPr>
          <p:nvPr>
            <p:ph type="subTitle" idx="2"/>
          </p:nvPr>
        </p:nvSpPr>
        <p:spPr>
          <a:xfrm>
            <a:off x="1545125" y="2583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85"/>
          <p:cNvSpPr txBox="1">
            <a:spLocks noGrp="1"/>
          </p:cNvSpPr>
          <p:nvPr>
            <p:ph type="title" idx="3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919" name="Google Shape;919;p85"/>
          <p:cNvSpPr txBox="1">
            <a:spLocks noGrp="1"/>
          </p:cNvSpPr>
          <p:nvPr>
            <p:ph type="body" idx="4"/>
          </p:nvPr>
        </p:nvSpPr>
        <p:spPr>
          <a:xfrm>
            <a:off x="6212534" y="2481451"/>
            <a:ext cx="4801541" cy="368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920;p85">
            <a:extLst>
              <a:ext uri="{FF2B5EF4-FFF2-40B4-BE49-F238E27FC236}">
                <a16:creationId xmlns:a16="http://schemas.microsoft.com/office/drawing/2014/main" id="{FE1849CE-E562-4BEB-9B67-EFA35CC33C64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C770E76-B5C1-4117-B725-FAA8CFFC81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2413" y="6344439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43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1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5" name="Google Shape;3195;p317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89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4189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325D24A-DB75-4B0B-874B-7A721F2392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5" name="Google Shape;2555;p259">
            <a:extLst>
              <a:ext uri="{FF2B5EF4-FFF2-40B4-BE49-F238E27FC236}">
                <a16:creationId xmlns:a16="http://schemas.microsoft.com/office/drawing/2014/main" id="{25E34F2F-ECFD-4C21-88CE-EC875406C7A1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015DE4A-0272-4B93-91CF-C2AAC9E1E377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326D257F-FB3B-41CE-BA50-E4BC3BF89298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6B19B06A-4603-41C3-90DC-CB4A8BD0699A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BB0FAA0-3918-48D3-B228-7B39583B5110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040BFC26-36C1-4348-AECC-EE327C8F386F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D61E6304-1E66-43CB-9728-8D67498F24D3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0F8CD508-2C3C-4BCD-940E-E1413305FBB0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6FF1B377-2CBC-4F93-944D-591D65A24018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DE64E011-BDEE-428B-846D-F8DFB7522EE7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B19C4764-F318-4FAA-B3D1-B0496D978250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17198231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2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BDD5CF6-3B68-423D-9FCE-BE4D623343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-420752"/>
            <a:ext cx="12237972" cy="7376475"/>
          </a:xfrm>
          <a:prstGeom prst="rect">
            <a:avLst/>
          </a:prstGeom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4189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88A2A7D-50B4-452F-8DCE-3F7A689A40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5" name="Google Shape;2555;p259">
            <a:extLst>
              <a:ext uri="{FF2B5EF4-FFF2-40B4-BE49-F238E27FC236}">
                <a16:creationId xmlns:a16="http://schemas.microsoft.com/office/drawing/2014/main" id="{D920FDF4-EADD-4576-A9EE-B72D2000B519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F657DC6-E24A-4137-99C1-D032A2A2F648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6C696814-A2F0-4F91-AB80-843E277C7187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40278F12-3096-4F9A-BE77-CD7B34667FB4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ADD38BA7-E98D-4452-A1A8-35F2F70FC916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6D5E322F-9696-431A-87B4-85DC8DAA5580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A1B9980E-8311-4E1B-860B-25A2AB1DF2F9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977D9098-8702-40CA-893C-87D364D66DAB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0DD359FE-D50E-4D7B-8250-C38AD9CADD05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DC896D8E-62B2-462C-8145-1418A094F2A7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70789CC4-8C42-478D-85E7-32C26317E538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16082021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3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3235;p321">
            <a:extLst>
              <a:ext uri="{FF2B5EF4-FFF2-40B4-BE49-F238E27FC236}">
                <a16:creationId xmlns:a16="http://schemas.microsoft.com/office/drawing/2014/main" id="{DAB41389-2F80-4D50-AF46-3EDEBA9E148B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37327" y="-318740"/>
            <a:ext cx="12793321" cy="7196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71496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09992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6503267" y="1567133"/>
            <a:ext cx="5167876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4140C5A-9DDD-4408-94E9-CDE290582C1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6" name="Google Shape;2555;p259">
            <a:extLst>
              <a:ext uri="{FF2B5EF4-FFF2-40B4-BE49-F238E27FC236}">
                <a16:creationId xmlns:a16="http://schemas.microsoft.com/office/drawing/2014/main" id="{758C02E6-E34D-4150-850A-8210705681DF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Agrupar 26">
            <a:extLst>
              <a:ext uri="{FF2B5EF4-FFF2-40B4-BE49-F238E27FC236}">
                <a16:creationId xmlns:a16="http://schemas.microsoft.com/office/drawing/2014/main" id="{4FC6EAED-0B43-4834-ACFF-06BF0523C578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F1E209DF-CF67-4F4B-81C4-60C40516D498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1D8E36-B1FD-4BDC-80D2-502BEF80E034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A796CE7C-D54E-4DE9-835F-C729165F7E0F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52ABA1F2-C18B-4DEA-B83F-D7FFBA00F18F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C23127CA-9042-4A97-85B1-4E21B7ED16BB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64E4A837-E984-4769-881E-32BA0D86A77C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43780035-9B43-4496-A16E-5B96CFF0E128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C93F4A4D-DCB7-4BDC-9335-FCA6BFC49B15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9E19034-35F8-4496-8E8E-30916A267220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14218952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">
  <p:cSld name="Custom Layout 1 1 3 1 1 1 1"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9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90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90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90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66" name="Google Shape;966;p90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90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68" name="Google Shape;968;p90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70" name="Google Shape;970;p90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69;p90">
            <a:extLst>
              <a:ext uri="{FF2B5EF4-FFF2-40B4-BE49-F238E27FC236}">
                <a16:creationId xmlns:a16="http://schemas.microsoft.com/office/drawing/2014/main" id="{A6115BD3-9319-480E-B59D-11B966A213B1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CF25016-17B9-40AB-8A90-3C8F1D76AC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6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">
  <p:cSld name="Custom Layout 1 1 3 1 1 1 1 1"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9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9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91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91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77" name="Google Shape;977;p91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91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79" name="Google Shape;979;p91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81" name="Google Shape;981;p91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80;p91">
            <a:extLst>
              <a:ext uri="{FF2B5EF4-FFF2-40B4-BE49-F238E27FC236}">
                <a16:creationId xmlns:a16="http://schemas.microsoft.com/office/drawing/2014/main" id="{6FEC1FEA-F1CA-450B-A8E6-2E7A87C05EE4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85C0A85-8A1B-4A9B-9546-E9B8C6A8DA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54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 1">
  <p:cSld name="Custom Layout 1 1 3 1 1 1 1 1 1"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692;p63">
            <a:extLst>
              <a:ext uri="{FF2B5EF4-FFF2-40B4-BE49-F238E27FC236}">
                <a16:creationId xmlns:a16="http://schemas.microsoft.com/office/drawing/2014/main" id="{F23E6C60-E6BD-4A55-9D4C-9CA66DE74DA3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9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92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92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88" name="Google Shape;988;p92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92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90" name="Google Shape;990;p92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92" name="Google Shape;992;p92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91;p92">
            <a:extLst>
              <a:ext uri="{FF2B5EF4-FFF2-40B4-BE49-F238E27FC236}">
                <a16:creationId xmlns:a16="http://schemas.microsoft.com/office/drawing/2014/main" id="{D99504DC-63AC-4585-A39C-9BB8BC95E3F8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61616C6-F2E5-420D-9304-2E985DB93F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53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 1 1 1">
  <p:cSld name="Custom Layout 1 1 3 1 1 1 1 1 1 1 1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9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9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94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94"/>
          <p:cNvSpPr txBox="1">
            <a:spLocks noGrp="1"/>
          </p:cNvSpPr>
          <p:nvPr>
            <p:ph type="subTitle" idx="1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10" name="Google Shape;1010;p94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011" name="Google Shape;1011;p94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94"/>
          <p:cNvSpPr txBox="1">
            <a:spLocks noGrp="1"/>
          </p:cNvSpPr>
          <p:nvPr>
            <p:ph type="body" idx="2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13" name="Google Shape;1013;p94"/>
          <p:cNvSpPr txBox="1">
            <a:spLocks noGrp="1"/>
          </p:cNvSpPr>
          <p:nvPr>
            <p:ph type="body" idx="3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1014;p94">
            <a:extLst>
              <a:ext uri="{FF2B5EF4-FFF2-40B4-BE49-F238E27FC236}">
                <a16:creationId xmlns:a16="http://schemas.microsoft.com/office/drawing/2014/main" id="{137076C1-D5EE-452E-8BAF-F59F238BB47B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F79AFC9-1E74-4693-9124-54DAD54AB09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74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3">
  <p:cSld name="Custom Layout 1 1 1 3"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96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9" name="Google Shape;1029;p96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42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0" name="Google Shape;1030;p96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31" name="Google Shape;1031;p96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32" name="Google Shape;1032;p96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96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4" name="Google Shape;1034;p96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70F081E-9E5A-4353-A8A7-21B8AB6E14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839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" preserve="1">
  <p:cSld name="Custom Layout 1 1 1 1 1 2"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112"/>
          <p:cNvSpPr/>
          <p:nvPr/>
        </p:nvSpPr>
        <p:spPr>
          <a:xfrm>
            <a:off x="0" y="5586167"/>
            <a:ext cx="121920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1" name="Google Shape;1181;p112"/>
          <p:cNvCxnSpPr/>
          <p:nvPr/>
        </p:nvCxnSpPr>
        <p:spPr>
          <a:xfrm>
            <a:off x="0" y="2956672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1D1D1B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82" name="Google Shape;1182;p112"/>
          <p:cNvCxnSpPr/>
          <p:nvPr/>
        </p:nvCxnSpPr>
        <p:spPr>
          <a:xfrm>
            <a:off x="0" y="28007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112"/>
          <p:cNvCxnSpPr/>
          <p:nvPr/>
        </p:nvCxnSpPr>
        <p:spPr>
          <a:xfrm>
            <a:off x="0" y="3112633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4" name="Google Shape;1184;p112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5" name="Google Shape;1185;p112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F617DCF-8172-4567-BC8E-CB43373CE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577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 1" preserve="1">
  <p:cSld name="Custom Layout 1 1 1 1 1 2 1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113"/>
          <p:cNvSpPr/>
          <p:nvPr/>
        </p:nvSpPr>
        <p:spPr>
          <a:xfrm>
            <a:off x="0" y="5586167"/>
            <a:ext cx="121920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13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1" name="Google Shape;1191;p11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924A41A-C820-42A3-86AC-D4E2B155A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579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 1 1" preserve="1">
  <p:cSld name="Custom Layout 1 1 1 1 1 2 1 1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14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6" name="Google Shape;1196;p11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327B351-E675-4BA5-BC0A-B915669EA8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870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1 1" preserve="1">
  <p:cSld name="Custom Layout 1 1 1 1 1 1 1"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15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115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2" name="Google Shape;1202;p11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024" b="-10024"/>
          <a:stretch/>
        </p:blipFill>
        <p:spPr>
          <a:xfrm>
            <a:off x="8800" y="1194201"/>
            <a:ext cx="12326803" cy="2704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74DAE67-4232-4682-AB13-CB7E3C1880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0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3 1">
  <p:cSld name="Custom Layout 1 1 1 2 1 3 1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0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065" name="Google Shape;1065;p10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100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8" name="Google Shape;1068;p100"/>
          <p:cNvSpPr txBox="1">
            <a:spLocks noGrp="1"/>
          </p:cNvSpPr>
          <p:nvPr>
            <p:ph type="title"/>
          </p:nvPr>
        </p:nvSpPr>
        <p:spPr>
          <a:xfrm>
            <a:off x="1467367" y="431267"/>
            <a:ext cx="107248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E07235F-23B3-4984-8263-D1AB3726D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25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  <p15:guide id="3" orient="horz" pos="3058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2 1">
  <p:cSld name="Custom Layout 1 1 1 2 1 2 1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101"/>
          <p:cNvSpPr txBox="1">
            <a:spLocks noGrp="1"/>
          </p:cNvSpPr>
          <p:nvPr>
            <p:ph type="subTitle" idx="1"/>
          </p:nvPr>
        </p:nvSpPr>
        <p:spPr>
          <a:xfrm>
            <a:off x="1467367" y="1539284"/>
            <a:ext cx="1072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"/>
              <a:buNone/>
              <a:defRPr sz="1333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2" name="Google Shape;1072;p101"/>
          <p:cNvSpPr txBox="1">
            <a:spLocks noGrp="1"/>
          </p:cNvSpPr>
          <p:nvPr>
            <p:ph type="title"/>
          </p:nvPr>
        </p:nvSpPr>
        <p:spPr>
          <a:xfrm>
            <a:off x="1467367" y="651051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101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4" name="Google Shape;1074;p101"/>
          <p:cNvSpPr txBox="1">
            <a:spLocks noGrp="1"/>
          </p:cNvSpPr>
          <p:nvPr>
            <p:ph type="subTitle" idx="2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13DF5F1-CB77-4F68-BA5E-58207AED22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96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  <p15:guide id="3" orient="horz" pos="3058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2">
  <p:cSld name="Custom Layout 1 1 1 2 1 1 2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02"/>
          <p:cNvSpPr txBox="1">
            <a:spLocks noGrp="1"/>
          </p:cNvSpPr>
          <p:nvPr>
            <p:ph type="body" idx="1"/>
          </p:nvPr>
        </p:nvSpPr>
        <p:spPr>
          <a:xfrm>
            <a:off x="1467367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78" name="Google Shape;1078;p102"/>
          <p:cNvSpPr txBox="1">
            <a:spLocks noGrp="1"/>
          </p:cNvSpPr>
          <p:nvPr>
            <p:ph type="title"/>
          </p:nvPr>
        </p:nvSpPr>
        <p:spPr>
          <a:xfrm>
            <a:off x="1467367" y="1835717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79" name="Google Shape;1079;p102"/>
          <p:cNvSpPr txBox="1">
            <a:spLocks noGrp="1"/>
          </p:cNvSpPr>
          <p:nvPr>
            <p:ph type="body" idx="2"/>
          </p:nvPr>
        </p:nvSpPr>
        <p:spPr>
          <a:xfrm>
            <a:off x="4909128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80" name="Google Shape;1080;p102"/>
          <p:cNvSpPr txBox="1">
            <a:spLocks noGrp="1"/>
          </p:cNvSpPr>
          <p:nvPr>
            <p:ph type="title" idx="3"/>
          </p:nvPr>
        </p:nvSpPr>
        <p:spPr>
          <a:xfrm>
            <a:off x="4909128" y="1835717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1" name="Google Shape;1081;p102"/>
          <p:cNvSpPr txBox="1">
            <a:spLocks noGrp="1"/>
          </p:cNvSpPr>
          <p:nvPr>
            <p:ph type="body" idx="4"/>
          </p:nvPr>
        </p:nvSpPr>
        <p:spPr>
          <a:xfrm>
            <a:off x="8530252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82" name="Google Shape;1082;p102"/>
          <p:cNvSpPr txBox="1">
            <a:spLocks noGrp="1"/>
          </p:cNvSpPr>
          <p:nvPr>
            <p:ph type="title" idx="5"/>
          </p:nvPr>
        </p:nvSpPr>
        <p:spPr>
          <a:xfrm>
            <a:off x="8530269" y="1835717"/>
            <a:ext cx="30800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3" name="Google Shape;1083;p102"/>
          <p:cNvSpPr txBox="1">
            <a:spLocks noGrp="1"/>
          </p:cNvSpPr>
          <p:nvPr>
            <p:ph type="title" idx="6"/>
          </p:nvPr>
        </p:nvSpPr>
        <p:spPr>
          <a:xfrm>
            <a:off x="1467367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4" name="Google Shape;1084;p102"/>
          <p:cNvSpPr txBox="1">
            <a:spLocks noGrp="1"/>
          </p:cNvSpPr>
          <p:nvPr>
            <p:ph type="title" idx="7"/>
          </p:nvPr>
        </p:nvSpPr>
        <p:spPr>
          <a:xfrm>
            <a:off x="4909128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5" name="Google Shape;1085;p102"/>
          <p:cNvSpPr txBox="1">
            <a:spLocks noGrp="1"/>
          </p:cNvSpPr>
          <p:nvPr>
            <p:ph type="title" idx="8"/>
          </p:nvPr>
        </p:nvSpPr>
        <p:spPr>
          <a:xfrm>
            <a:off x="8530252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6" name="Google Shape;1086;p102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087" name="Google Shape;1087;p10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02"/>
          <p:cNvSpPr txBox="1">
            <a:spLocks noGrp="1"/>
          </p:cNvSpPr>
          <p:nvPr>
            <p:ph type="title" idx="9"/>
          </p:nvPr>
        </p:nvSpPr>
        <p:spPr>
          <a:xfrm>
            <a:off x="1200600" y="6312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9" name="Google Shape;1089;p102"/>
          <p:cNvSpPr txBox="1">
            <a:spLocks noGrp="1"/>
          </p:cNvSpPr>
          <p:nvPr>
            <p:ph type="subTitle" idx="13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33143F9-3D0D-4B4E-B5C4-9E01BCA56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89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2" preserve="1">
  <p:cSld name="Custom Layout 1 1 1 2 1 1 1 1 2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0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72"/>
          <a:stretch/>
        </p:blipFill>
        <p:spPr>
          <a:xfrm rot="10800000" flipH="1">
            <a:off x="0" y="-2"/>
            <a:ext cx="12191995" cy="17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104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2" name="Google Shape;1112;p104"/>
          <p:cNvSpPr txBox="1">
            <a:spLocks noGrp="1"/>
          </p:cNvSpPr>
          <p:nvPr>
            <p:ph type="title"/>
          </p:nvPr>
        </p:nvSpPr>
        <p:spPr>
          <a:xfrm>
            <a:off x="1200600" y="6414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10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6BD77BB-68D7-41C4-8E3F-ED2CE8413B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50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2" userDrawn="1">
  <p:cSld name="Custom Layout 1 1 1 2 1 1 1 1 1 2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05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AF887C3-FE4C-4080-BB63-D5ABFD0FC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4451" y="6511679"/>
            <a:ext cx="1254599" cy="265315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7C33F88-00E0-6A4E-7C55-7FFD08DDAF6D}"/>
              </a:ext>
            </a:extLst>
          </p:cNvPr>
          <p:cNvSpPr/>
          <p:nvPr userDrawn="1"/>
        </p:nvSpPr>
        <p:spPr>
          <a:xfrm>
            <a:off x="193470" y="6419540"/>
            <a:ext cx="10405605" cy="398260"/>
          </a:xfrm>
          <a:prstGeom prst="roundRect">
            <a:avLst/>
          </a:prstGeom>
          <a:solidFill>
            <a:srgbClr val="002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1027BA-A241-2BBE-35F0-DE76AACFED76}"/>
              </a:ext>
            </a:extLst>
          </p:cNvPr>
          <p:cNvSpPr txBox="1"/>
          <p:nvPr userDrawn="1"/>
        </p:nvSpPr>
        <p:spPr>
          <a:xfrm>
            <a:off x="778721" y="6464782"/>
            <a:ext cx="4584140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Os dados 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CORRETOS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nas pontas dos 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NOSSOS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dedos!</a:t>
            </a:r>
            <a:endParaRPr kumimoji="0" lang="pt-BR" sz="1400" b="1" i="1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7BF3F82-B9CD-186F-CE12-5ACBA11AB97D}"/>
              </a:ext>
            </a:extLst>
          </p:cNvPr>
          <p:cNvCxnSpPr>
            <a:cxnSpLocks/>
          </p:cNvCxnSpPr>
          <p:nvPr userDrawn="1"/>
        </p:nvCxnSpPr>
        <p:spPr>
          <a:xfrm>
            <a:off x="5325370" y="6474670"/>
            <a:ext cx="0" cy="2880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9FF6EFC-FA9D-2A30-C475-4799CB432BC6}"/>
              </a:ext>
            </a:extLst>
          </p:cNvPr>
          <p:cNvGrpSpPr/>
          <p:nvPr userDrawn="1"/>
        </p:nvGrpSpPr>
        <p:grpSpPr>
          <a:xfrm>
            <a:off x="433303" y="6428980"/>
            <a:ext cx="324000" cy="380611"/>
            <a:chOff x="519028" y="6428980"/>
            <a:chExt cx="324000" cy="380611"/>
          </a:xfrm>
        </p:grpSpPr>
        <p:pic>
          <p:nvPicPr>
            <p:cNvPr id="6" name="Gráfico 5" descr="Dedo indicador apontando para a direita estrutura de tópicos">
              <a:extLst>
                <a:ext uri="{FF2B5EF4-FFF2-40B4-BE49-F238E27FC236}">
                  <a16:creationId xmlns:a16="http://schemas.microsoft.com/office/drawing/2014/main" id="{01C3EFEC-4634-F95F-5065-BE1A4D9D88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519028" y="6485591"/>
              <a:ext cx="324000" cy="324000"/>
            </a:xfrm>
            <a:prstGeom prst="rect">
              <a:avLst/>
            </a:prstGeom>
          </p:spPr>
        </p:pic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B9B415DF-28F4-E1FA-084F-82C8032CF940}"/>
                </a:ext>
              </a:extLst>
            </p:cNvPr>
            <p:cNvCxnSpPr/>
            <p:nvPr/>
          </p:nvCxnSpPr>
          <p:spPr>
            <a:xfrm>
              <a:off x="523530" y="6516236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7AB4FAEC-877F-7AD5-5C0F-7B039DE6816F}"/>
                </a:ext>
              </a:extLst>
            </p:cNvPr>
            <p:cNvCxnSpPr>
              <a:cxnSpLocks/>
            </p:cNvCxnSpPr>
            <p:nvPr/>
          </p:nvCxnSpPr>
          <p:spPr>
            <a:xfrm>
              <a:off x="705130" y="6522134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8273FE6-2E5B-BB9B-22F1-6F6FBFEEF742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76837" y="6469085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BB0CF390-1016-FE17-DCE4-8000683718E6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553011" y="6469085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04F8B106-CC1E-98D4-4FFD-D6BE57EA8EB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2643" y="6446980"/>
              <a:ext cx="36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2A9C7E29-F00D-A845-AFF1-E98DABBCC003}"/>
                </a:ext>
              </a:extLst>
            </p:cNvPr>
            <p:cNvCxnSpPr>
              <a:cxnSpLocks/>
            </p:cNvCxnSpPr>
            <p:nvPr/>
          </p:nvCxnSpPr>
          <p:spPr>
            <a:xfrm rot="1500000">
              <a:off x="705414" y="6575661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25503774-E4C0-6860-CEC3-1429A5D2F8F8}"/>
                </a:ext>
              </a:extLst>
            </p:cNvPr>
            <p:cNvCxnSpPr>
              <a:cxnSpLocks/>
            </p:cNvCxnSpPr>
            <p:nvPr/>
          </p:nvCxnSpPr>
          <p:spPr>
            <a:xfrm rot="20100000" flipH="1">
              <a:off x="529197" y="6575661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CC7E9228-38CF-45FA-B38C-3F87321A792E}"/>
                </a:ext>
              </a:extLst>
            </p:cNvPr>
            <p:cNvCxnSpPr>
              <a:cxnSpLocks/>
            </p:cNvCxnSpPr>
            <p:nvPr/>
          </p:nvCxnSpPr>
          <p:spPr>
            <a:xfrm rot="20100000" flipH="1">
              <a:off x="558750" y="6549343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C5796F-73C5-1AB8-6A53-41A78FAAE12A}"/>
                </a:ext>
              </a:extLst>
            </p:cNvPr>
            <p:cNvCxnSpPr>
              <a:cxnSpLocks/>
            </p:cNvCxnSpPr>
            <p:nvPr/>
          </p:nvCxnSpPr>
          <p:spPr>
            <a:xfrm rot="1500000">
              <a:off x="711150" y="6544577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303D3124-0737-6F7D-2ED8-734840F85FCF}"/>
                </a:ext>
              </a:extLst>
            </p:cNvPr>
            <p:cNvCxnSpPr>
              <a:cxnSpLocks/>
            </p:cNvCxnSpPr>
            <p:nvPr/>
          </p:nvCxnSpPr>
          <p:spPr>
            <a:xfrm rot="1500000" flipH="1" flipV="1">
              <a:off x="558750" y="6494578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5FF22BC9-61F0-0E36-F095-AFFA00CDD27F}"/>
                </a:ext>
              </a:extLst>
            </p:cNvPr>
            <p:cNvCxnSpPr>
              <a:cxnSpLocks/>
            </p:cNvCxnSpPr>
            <p:nvPr/>
          </p:nvCxnSpPr>
          <p:spPr>
            <a:xfrm rot="20100000" flipV="1">
              <a:off x="711150" y="6489812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2BBCE815-06FE-278D-25E5-2F0F9DE4AE25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68072" y="6466746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5AF36CA4-8FD6-E689-0F2F-0574861D7E41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13304" y="6464279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Gráfico 20" descr="Escudo com marca de verificação com preenchimento sólido">
            <a:extLst>
              <a:ext uri="{FF2B5EF4-FFF2-40B4-BE49-F238E27FC236}">
                <a16:creationId xmlns:a16="http://schemas.microsoft.com/office/drawing/2014/main" id="{4019E5AA-AED1-544F-0C1C-FB3438393B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9297" y="6438670"/>
            <a:ext cx="360000" cy="360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B2DED458-0A5D-E6BE-6797-6D6A2724A7AE}"/>
              </a:ext>
            </a:extLst>
          </p:cNvPr>
          <p:cNvSpPr txBox="1"/>
          <p:nvPr userDrawn="1"/>
        </p:nvSpPr>
        <p:spPr>
          <a:xfrm>
            <a:off x="5743025" y="6500721"/>
            <a:ext cx="769670" cy="2358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Confiança</a:t>
            </a:r>
          </a:p>
        </p:txBody>
      </p:sp>
      <p:pic>
        <p:nvPicPr>
          <p:cNvPr id="23" name="Gráfico 22" descr="Medidor com preenchimento sólido">
            <a:extLst>
              <a:ext uri="{FF2B5EF4-FFF2-40B4-BE49-F238E27FC236}">
                <a16:creationId xmlns:a16="http://schemas.microsoft.com/office/drawing/2014/main" id="{3ACB9C4E-07C9-B319-6E32-64D042B1C8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5136" y="6438670"/>
            <a:ext cx="360000" cy="360000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CE2D44A7-A458-5709-0920-A869E6D6E23F}"/>
              </a:ext>
            </a:extLst>
          </p:cNvPr>
          <p:cNvSpPr txBox="1"/>
          <p:nvPr userDrawn="1"/>
        </p:nvSpPr>
        <p:spPr>
          <a:xfrm>
            <a:off x="7093710" y="6500721"/>
            <a:ext cx="769670" cy="2358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Qualidade</a:t>
            </a:r>
          </a:p>
        </p:txBody>
      </p:sp>
      <p:pic>
        <p:nvPicPr>
          <p:cNvPr id="25" name="Gráfico 24" descr="Foguete com preenchimento sólido">
            <a:extLst>
              <a:ext uri="{FF2B5EF4-FFF2-40B4-BE49-F238E27FC236}">
                <a16:creationId xmlns:a16="http://schemas.microsoft.com/office/drawing/2014/main" id="{9F261C38-1B4A-1541-6647-0805623CF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2071" y="6438670"/>
            <a:ext cx="360000" cy="3600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BEE38577-32C4-A226-80F3-26B9A83E7683}"/>
              </a:ext>
            </a:extLst>
          </p:cNvPr>
          <p:cNvSpPr txBox="1"/>
          <p:nvPr userDrawn="1"/>
        </p:nvSpPr>
        <p:spPr>
          <a:xfrm>
            <a:off x="8409887" y="6500721"/>
            <a:ext cx="769670" cy="2358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Agilidade</a:t>
            </a:r>
          </a:p>
        </p:txBody>
      </p:sp>
      <p:pic>
        <p:nvPicPr>
          <p:cNvPr id="27" name="Gráfico 26" descr="Gráfico de barras com tendência ascendente com preenchimento sólido">
            <a:extLst>
              <a:ext uri="{FF2B5EF4-FFF2-40B4-BE49-F238E27FC236}">
                <a16:creationId xmlns:a16="http://schemas.microsoft.com/office/drawing/2014/main" id="{8A73FF0F-0EEF-ADE3-8EFC-D04D219763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1473" y="6438670"/>
            <a:ext cx="360000" cy="36000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4D320B8E-6432-AA7B-2FBD-251DAB7134CE}"/>
              </a:ext>
            </a:extLst>
          </p:cNvPr>
          <p:cNvSpPr txBox="1"/>
          <p:nvPr userDrawn="1"/>
        </p:nvSpPr>
        <p:spPr>
          <a:xfrm>
            <a:off x="9786249" y="6428939"/>
            <a:ext cx="769670" cy="3794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Melhores decisões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D1575AE4-0642-DB00-FA6A-825DCD448128}"/>
              </a:ext>
            </a:extLst>
          </p:cNvPr>
          <p:cNvCxnSpPr>
            <a:cxnSpLocks/>
          </p:cNvCxnSpPr>
          <p:nvPr userDrawn="1"/>
        </p:nvCxnSpPr>
        <p:spPr>
          <a:xfrm>
            <a:off x="10599075" y="6474670"/>
            <a:ext cx="0" cy="2880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478392B6-ABA6-C10B-2AFA-C6E0C41D1026}"/>
              </a:ext>
            </a:extLst>
          </p:cNvPr>
          <p:cNvCxnSpPr>
            <a:cxnSpLocks/>
          </p:cNvCxnSpPr>
          <p:nvPr userDrawn="1"/>
        </p:nvCxnSpPr>
        <p:spPr>
          <a:xfrm>
            <a:off x="6643796" y="6474670"/>
            <a:ext cx="0" cy="2880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E5316260-846C-40F8-0B0E-D4748A34BEB8}"/>
              </a:ext>
            </a:extLst>
          </p:cNvPr>
          <p:cNvCxnSpPr>
            <a:cxnSpLocks/>
          </p:cNvCxnSpPr>
          <p:nvPr userDrawn="1"/>
        </p:nvCxnSpPr>
        <p:spPr>
          <a:xfrm>
            <a:off x="7962222" y="6474670"/>
            <a:ext cx="0" cy="2880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63B5E582-7BDE-7580-0D00-D1ADB513F693}"/>
              </a:ext>
            </a:extLst>
          </p:cNvPr>
          <p:cNvCxnSpPr>
            <a:cxnSpLocks/>
          </p:cNvCxnSpPr>
          <p:nvPr userDrawn="1"/>
        </p:nvCxnSpPr>
        <p:spPr>
          <a:xfrm>
            <a:off x="9280648" y="6474670"/>
            <a:ext cx="0" cy="2880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255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2" preserve="1">
  <p:cSld name="1_Custom Layout 1 1 1 2 1 1 1 1 1 2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05"/>
          <p:cNvSpPr/>
          <p:nvPr/>
        </p:nvSpPr>
        <p:spPr>
          <a:xfrm flipH="1">
            <a:off x="8339600" y="6170533"/>
            <a:ext cx="3869600" cy="687600"/>
          </a:xfrm>
          <a:prstGeom prst="round1Rect">
            <a:avLst>
              <a:gd name="adj" fmla="val 3624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7" name="Google Shape;1117;p105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8" name="Google Shape;1118;p10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29919A-9715-4F54-A519-A1207A10E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2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1 1" preserve="1">
  <p:cSld name="Custom Layout 1 1 1 2 1 1 1 1 1 1 1"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06"/>
          <p:cNvSpPr/>
          <p:nvPr/>
        </p:nvSpPr>
        <p:spPr>
          <a:xfrm flipH="1">
            <a:off x="8339600" y="6170533"/>
            <a:ext cx="3869600" cy="687600"/>
          </a:xfrm>
          <a:prstGeom prst="round1Rect">
            <a:avLst>
              <a:gd name="adj" fmla="val 3624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2" name="Google Shape;1122;p106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54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3" name="Google Shape;1123;p106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B9F8BD-6015-402B-9C4C-6330BDAC06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5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2 1" preserve="1">
  <p:cSld name="1_Custom Layout 1 1 2 1"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07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7" name="Google Shape;1127;p10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D76D0E4-AACA-4DEA-9BA1-860B37E01F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2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  <p15:guide id="2" pos="3633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2" preserve="1">
  <p:cSld name="Custom Layout 1 1 2"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18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1" name="Google Shape;1221;p118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B5D2E9-5364-4CE8-92E9-1C0B9B69CD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65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  <p15:guide id="2" pos="3633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2 1">
  <p:cSld name="Custom Layout 1 1 1 1 2 2 1"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11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111"/>
          <p:cNvSpPr txBox="1">
            <a:spLocks noGrp="1"/>
          </p:cNvSpPr>
          <p:nvPr>
            <p:ph type="subTitle" idx="1"/>
          </p:nvPr>
        </p:nvSpPr>
        <p:spPr>
          <a:xfrm>
            <a:off x="5147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111"/>
          <p:cNvSpPr txBox="1">
            <a:spLocks noGrp="1"/>
          </p:cNvSpPr>
          <p:nvPr>
            <p:ph type="title"/>
          </p:nvPr>
        </p:nvSpPr>
        <p:spPr>
          <a:xfrm>
            <a:off x="5087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111"/>
          <p:cNvSpPr txBox="1">
            <a:spLocks noGrp="1"/>
          </p:cNvSpPr>
          <p:nvPr>
            <p:ph type="body" idx="2"/>
          </p:nvPr>
        </p:nvSpPr>
        <p:spPr>
          <a:xfrm>
            <a:off x="5147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71" name="Google Shape;1171;p111"/>
          <p:cNvSpPr/>
          <p:nvPr/>
        </p:nvSpPr>
        <p:spPr>
          <a:xfrm>
            <a:off x="5158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111"/>
          <p:cNvSpPr/>
          <p:nvPr/>
        </p:nvSpPr>
        <p:spPr>
          <a:xfrm rot="4172101">
            <a:off x="-4840956" y="-4702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3" name="Google Shape;1173;p111"/>
          <p:cNvSpPr>
            <a:spLocks noGrp="1"/>
          </p:cNvSpPr>
          <p:nvPr>
            <p:ph type="pic" idx="3"/>
          </p:nvPr>
        </p:nvSpPr>
        <p:spPr>
          <a:xfrm>
            <a:off x="1248267" y="307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5" name="Google Shape;1175;p111"/>
          <p:cNvSpPr/>
          <p:nvPr/>
        </p:nvSpPr>
        <p:spPr>
          <a:xfrm>
            <a:off x="0" y="6170533"/>
            <a:ext cx="123444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6" name="Google Shape;1176;p111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F7E1594C-AEDA-4C2D-93BD-3A34EBA9356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800" y="3490969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84F76D0-4300-4FB3-91CD-79E58AADE6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74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2" preserve="1">
  <p:cSld name="Custom Layout 1 1 1 1 2 2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08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108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108"/>
          <p:cNvSpPr txBox="1">
            <a:spLocks noGrp="1"/>
          </p:cNvSpPr>
          <p:nvPr>
            <p:ph type="subTitle" idx="1"/>
          </p:nvPr>
        </p:nvSpPr>
        <p:spPr>
          <a:xfrm>
            <a:off x="6163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4" name="Google Shape;1134;p108"/>
          <p:cNvSpPr txBox="1">
            <a:spLocks noGrp="1"/>
          </p:cNvSpPr>
          <p:nvPr>
            <p:ph type="title"/>
          </p:nvPr>
        </p:nvSpPr>
        <p:spPr>
          <a:xfrm>
            <a:off x="6103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5" name="Google Shape;1135;p108"/>
          <p:cNvSpPr txBox="1">
            <a:spLocks noGrp="1"/>
          </p:cNvSpPr>
          <p:nvPr>
            <p:ph type="body" idx="2"/>
          </p:nvPr>
        </p:nvSpPr>
        <p:spPr>
          <a:xfrm>
            <a:off x="6163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36" name="Google Shape;1136;p108"/>
          <p:cNvSpPr/>
          <p:nvPr/>
        </p:nvSpPr>
        <p:spPr>
          <a:xfrm>
            <a:off x="6174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108"/>
          <p:cNvSpPr/>
          <p:nvPr/>
        </p:nvSpPr>
        <p:spPr>
          <a:xfrm rot="4172101">
            <a:off x="-4028156" y="-4194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8" name="Google Shape;1138;p108"/>
          <p:cNvSpPr>
            <a:spLocks noGrp="1"/>
          </p:cNvSpPr>
          <p:nvPr>
            <p:ph type="pic" idx="3"/>
          </p:nvPr>
        </p:nvSpPr>
        <p:spPr>
          <a:xfrm>
            <a:off x="2061067" y="815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3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1F7A73E0-5FD4-4E3C-9FE5-84AF542E41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600" y="3998949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0E55075-E25B-440B-8023-521908D6B3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52440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63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1 1 1" preserve="1">
  <p:cSld name="Custom Layout 1 1 1 1 2 1 1 1"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10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110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110"/>
          <p:cNvSpPr txBox="1">
            <a:spLocks noGrp="1"/>
          </p:cNvSpPr>
          <p:nvPr>
            <p:ph type="subTitle" idx="1"/>
          </p:nvPr>
        </p:nvSpPr>
        <p:spPr>
          <a:xfrm>
            <a:off x="5147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"/>
              <a:buNone/>
              <a:defRPr sz="1600" i="1">
                <a:solidFill>
                  <a:srgbClr val="1D1D1B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9pPr>
          </a:lstStyle>
          <a:p>
            <a:endParaRPr/>
          </a:p>
        </p:txBody>
      </p:sp>
      <p:sp>
        <p:nvSpPr>
          <p:cNvPr id="1157" name="Google Shape;1157;p110"/>
          <p:cNvSpPr txBox="1">
            <a:spLocks noGrp="1"/>
          </p:cNvSpPr>
          <p:nvPr>
            <p:ph type="title"/>
          </p:nvPr>
        </p:nvSpPr>
        <p:spPr>
          <a:xfrm>
            <a:off x="5087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4000"/>
              <a:buFont typeface="Open Sans ExtraBold"/>
              <a:buNone/>
              <a:defRPr sz="5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9pPr>
          </a:lstStyle>
          <a:p>
            <a:endParaRPr/>
          </a:p>
        </p:txBody>
      </p:sp>
      <p:sp>
        <p:nvSpPr>
          <p:cNvPr id="1158" name="Google Shape;1158;p110"/>
          <p:cNvSpPr txBox="1">
            <a:spLocks noGrp="1"/>
          </p:cNvSpPr>
          <p:nvPr>
            <p:ph type="body" idx="2"/>
          </p:nvPr>
        </p:nvSpPr>
        <p:spPr>
          <a:xfrm>
            <a:off x="5147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59" name="Google Shape;1159;p110"/>
          <p:cNvSpPr/>
          <p:nvPr/>
        </p:nvSpPr>
        <p:spPr>
          <a:xfrm>
            <a:off x="5158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110"/>
          <p:cNvSpPr/>
          <p:nvPr/>
        </p:nvSpPr>
        <p:spPr>
          <a:xfrm rot="4172101">
            <a:off x="-4840956" y="-4702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1" name="Google Shape;1161;p110"/>
          <p:cNvSpPr>
            <a:spLocks noGrp="1"/>
          </p:cNvSpPr>
          <p:nvPr>
            <p:ph type="pic" idx="3"/>
          </p:nvPr>
        </p:nvSpPr>
        <p:spPr>
          <a:xfrm>
            <a:off x="1248267" y="307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3" name="Google Shape;1163;p110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4" name="Google Shape;1164;p110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95FE2967-B3FF-4460-849F-805EB638838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800" y="3491101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CB1B220-DAE1-4EE3-9A34-A4B027C408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5990" y="6300495"/>
            <a:ext cx="2022369" cy="42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95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3 1">
  <p:cSld name="Custom Layout 1 1 1 3 1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11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16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7" name="Google Shape;1207;p116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8" name="Google Shape;1208;p116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09" name="Google Shape;1209;p116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0" name="Google Shape;1210;p116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13BE6AA-6A31-449D-A5A8-2FC213CE4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33539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982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4">
  <p:cSld name="Custom Layout 1 1 1 4"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p1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117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5" name="Google Shape;1215;p117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6" name="Google Shape;1216;p117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7" name="Google Shape;1217;p117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8" name="Google Shape;1218;p117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AA85E2D-DE07-45F2-97B7-7C66E0C316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52440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2649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T&amp;L Cover slide">
  <p:cSld name="1-T&amp;L Cover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3090;p302">
            <a:extLst>
              <a:ext uri="{FF2B5EF4-FFF2-40B4-BE49-F238E27FC236}">
                <a16:creationId xmlns:a16="http://schemas.microsoft.com/office/drawing/2014/main" id="{0747DFCF-B99D-4D49-AF58-DBF53D323B13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2534" y="-16509"/>
            <a:ext cx="12250707" cy="689102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4" name="Google Shape;24;p3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1674" y="5301381"/>
            <a:ext cx="7033319" cy="157429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888600" y="2081267"/>
            <a:ext cx="55976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88593" y="1706880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878728" y="1302171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23;p3">
            <a:extLst>
              <a:ext uri="{FF2B5EF4-FFF2-40B4-BE49-F238E27FC236}">
                <a16:creationId xmlns:a16="http://schemas.microsoft.com/office/drawing/2014/main" id="{1547B534-F0C8-4F77-BAE5-E9E7FDE7E2D6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z="1867" smtClean="0"/>
              <a:pPr/>
              <a:t>‹#›</a:t>
            </a:fld>
            <a:endParaRPr lang="en-GB" sz="1867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BD7DDB53-C4C1-4728-B9A4-E86F2B9915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219" y="5811453"/>
            <a:ext cx="3320532" cy="702201"/>
          </a:xfrm>
          <a:prstGeom prst="rect">
            <a:avLst/>
          </a:prstGeom>
        </p:spPr>
      </p:pic>
      <p:sp>
        <p:nvSpPr>
          <p:cNvPr id="32" name="Google Shape;2551;p259">
            <a:extLst>
              <a:ext uri="{FF2B5EF4-FFF2-40B4-BE49-F238E27FC236}">
                <a16:creationId xmlns:a16="http://schemas.microsoft.com/office/drawing/2014/main" id="{2AAD1965-A3C4-4B6B-981C-CD885CF00C83}"/>
              </a:ext>
            </a:extLst>
          </p:cNvPr>
          <p:cNvSpPr/>
          <p:nvPr userDrawn="1"/>
        </p:nvSpPr>
        <p:spPr>
          <a:xfrm rot="16856829">
            <a:off x="6321696" y="3400655"/>
            <a:ext cx="4028232" cy="3852580"/>
          </a:xfrm>
          <a:prstGeom prst="arc">
            <a:avLst>
              <a:gd name="adj1" fmla="val 17096738"/>
              <a:gd name="adj2" fmla="val 461596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latin typeface="Open Sans" panose="020B0606030504020204" pitchFamily="34" charset="0"/>
            </a:endParaRPr>
          </a:p>
        </p:txBody>
      </p:sp>
      <p:pic>
        <p:nvPicPr>
          <p:cNvPr id="33" name="Google Shape;2552;p259">
            <a:extLst>
              <a:ext uri="{FF2B5EF4-FFF2-40B4-BE49-F238E27FC236}">
                <a16:creationId xmlns:a16="http://schemas.microsoft.com/office/drawing/2014/main" id="{F987D43E-C6C9-4D3E-837B-EB8A7ACC573E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9792" y="4935198"/>
            <a:ext cx="729853" cy="923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2553;p259">
            <a:extLst>
              <a:ext uri="{FF2B5EF4-FFF2-40B4-BE49-F238E27FC236}">
                <a16:creationId xmlns:a16="http://schemas.microsoft.com/office/drawing/2014/main" id="{1F3E534F-7A5C-4EFA-9762-7C65FE4AE77D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8608" y="3046669"/>
            <a:ext cx="857976" cy="74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2840C3EA-F731-4ECE-AB5A-DBBDCBFC52E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3289" y="4128038"/>
            <a:ext cx="1589675" cy="1358801"/>
          </a:xfrm>
          <a:prstGeom prst="rect">
            <a:avLst/>
          </a:prstGeom>
        </p:spPr>
      </p:pic>
      <p:pic>
        <p:nvPicPr>
          <p:cNvPr id="37" name="Google Shape;46;p4">
            <a:extLst>
              <a:ext uri="{FF2B5EF4-FFF2-40B4-BE49-F238E27FC236}">
                <a16:creationId xmlns:a16="http://schemas.microsoft.com/office/drawing/2014/main" id="{948862C0-B816-4117-A4CA-BF26C29117D2}"/>
              </a:ext>
            </a:extLst>
          </p:cNvPr>
          <p:cNvPicPr preferRelativeResize="0"/>
          <p:nvPr userDrawn="1"/>
        </p:nvPicPr>
        <p:blipFill>
          <a:blip r:embed="rId8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8268" y="30936"/>
            <a:ext cx="1886003" cy="1142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4828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0">
          <p15:clr>
            <a:srgbClr val="FA7B17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Custom Layout 1 4"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6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0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12062"/>
            <a:ext cx="779340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0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0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60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60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21" name="Google Shape;672;p60">
            <a:extLst>
              <a:ext uri="{FF2B5EF4-FFF2-40B4-BE49-F238E27FC236}">
                <a16:creationId xmlns:a16="http://schemas.microsoft.com/office/drawing/2014/main" id="{643ABBCA-C9CF-49C5-B6B7-C2BB3E564B2C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396063F-B8A9-4DC9-B62C-508044E7C4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651" y="6006481"/>
            <a:ext cx="2390116" cy="505444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13A01D1-7733-4D34-808D-AD39DC8D0058}"/>
              </a:ext>
            </a:extLst>
          </p:cNvPr>
          <p:cNvGrpSpPr/>
          <p:nvPr userDrawn="1"/>
        </p:nvGrpSpPr>
        <p:grpSpPr>
          <a:xfrm>
            <a:off x="1335364" y="4166518"/>
            <a:ext cx="3085661" cy="2248689"/>
            <a:chOff x="3955254" y="2734741"/>
            <a:chExt cx="1045042" cy="761579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259ADFE-B805-480C-9507-BEC97D2767D1}"/>
                </a:ext>
              </a:extLst>
            </p:cNvPr>
            <p:cNvSpPr/>
            <p:nvPr userDrawn="1"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3F8A91CF-F168-44CD-87F6-E24D52D84740}"/>
                </a:ext>
              </a:extLst>
            </p:cNvPr>
            <p:cNvSpPr/>
            <p:nvPr userDrawn="1"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C744838-4B44-4AD3-857A-94C6FF73A110}"/>
                </a:ext>
              </a:extLst>
            </p:cNvPr>
            <p:cNvSpPr/>
            <p:nvPr userDrawn="1"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5518EEDE-4C15-4272-A5F1-2027B5E62AAC}"/>
                </a:ext>
              </a:extLst>
            </p:cNvPr>
            <p:cNvSpPr/>
            <p:nvPr userDrawn="1"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93EC5E7-3EC0-482C-A857-BC488A780B30}"/>
                </a:ext>
              </a:extLst>
            </p:cNvPr>
            <p:cNvSpPr/>
            <p:nvPr userDrawn="1"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1A42E4E7-A6F0-478F-8435-3CCF050B6C73}"/>
                </a:ext>
              </a:extLst>
            </p:cNvPr>
            <p:cNvSpPr/>
            <p:nvPr userDrawn="1"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DD17EEBB-AE32-4E7D-916D-DAC76A6EED45}"/>
                </a:ext>
              </a:extLst>
            </p:cNvPr>
            <p:cNvSpPr/>
            <p:nvPr userDrawn="1"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005774C5-0380-4FCA-8BF1-3F38B5E45D3C}"/>
                </a:ext>
              </a:extLst>
            </p:cNvPr>
            <p:cNvSpPr/>
            <p:nvPr userDrawn="1"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4816ECDC-CBD3-45D0-B4B9-0A67789A059B}"/>
                </a:ext>
              </a:extLst>
            </p:cNvPr>
            <p:cNvSpPr/>
            <p:nvPr userDrawn="1"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</p:grpSp>
    </p:spTree>
    <p:extLst>
      <p:ext uri="{BB962C8B-B14F-4D97-AF65-F5344CB8AC3E}">
        <p14:creationId xmlns:p14="http://schemas.microsoft.com/office/powerpoint/2010/main" val="31158527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5" preserve="1">
  <p:cSld name="Custom Layout 1 5"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6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84765" y="-35335"/>
            <a:ext cx="12391465" cy="696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12062"/>
            <a:ext cx="779340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1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61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61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61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22" name="Google Shape;682;p61">
            <a:extLst>
              <a:ext uri="{FF2B5EF4-FFF2-40B4-BE49-F238E27FC236}">
                <a16:creationId xmlns:a16="http://schemas.microsoft.com/office/drawing/2014/main" id="{2CC7DE75-A718-4D7C-A0DF-5D95F706E61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F636ED1-8E12-41BF-9F6B-7E1833F1DD7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651" y="6006481"/>
            <a:ext cx="2390116" cy="505444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58560A63-18BE-4C0C-B470-D1A7AD0DF15C}"/>
              </a:ext>
            </a:extLst>
          </p:cNvPr>
          <p:cNvGrpSpPr/>
          <p:nvPr userDrawn="1"/>
        </p:nvGrpSpPr>
        <p:grpSpPr>
          <a:xfrm>
            <a:off x="1335364" y="4166518"/>
            <a:ext cx="3085661" cy="2248689"/>
            <a:chOff x="3955254" y="2734741"/>
            <a:chExt cx="1045042" cy="761579"/>
          </a:xfrm>
        </p:grpSpPr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F6E7331E-BE16-473E-B598-0773D1CF9F56}"/>
                </a:ext>
              </a:extLst>
            </p:cNvPr>
            <p:cNvSpPr/>
            <p:nvPr userDrawn="1"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EF24B89-C530-4418-BEE0-A53F2250B71B}"/>
                </a:ext>
              </a:extLst>
            </p:cNvPr>
            <p:cNvSpPr/>
            <p:nvPr userDrawn="1"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2093F792-8F09-4FDD-AA4E-0F8C140BCD03}"/>
                </a:ext>
              </a:extLst>
            </p:cNvPr>
            <p:cNvSpPr/>
            <p:nvPr userDrawn="1"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88DFEAB5-03CD-4791-B69C-213EB5317B37}"/>
                </a:ext>
              </a:extLst>
            </p:cNvPr>
            <p:cNvSpPr/>
            <p:nvPr userDrawn="1"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A60C31AE-B7E8-4232-AFD8-D26C878BDFDF}"/>
                </a:ext>
              </a:extLst>
            </p:cNvPr>
            <p:cNvSpPr/>
            <p:nvPr userDrawn="1"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0584541-8C46-4D65-AAA0-886FA5495900}"/>
                </a:ext>
              </a:extLst>
            </p:cNvPr>
            <p:cNvSpPr/>
            <p:nvPr userDrawn="1"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14F52EBA-2591-4DB4-BB36-D418DBE1A141}"/>
                </a:ext>
              </a:extLst>
            </p:cNvPr>
            <p:cNvSpPr/>
            <p:nvPr userDrawn="1"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15468F6D-C586-4D6E-B9F9-A136A4856950}"/>
                </a:ext>
              </a:extLst>
            </p:cNvPr>
            <p:cNvSpPr/>
            <p:nvPr userDrawn="1"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E57B4BD-710B-4451-80F0-FB0C642040E4}"/>
                </a:ext>
              </a:extLst>
            </p:cNvPr>
            <p:cNvSpPr/>
            <p:nvPr userDrawn="1"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</p:grpSp>
    </p:spTree>
    <p:extLst>
      <p:ext uri="{BB962C8B-B14F-4D97-AF65-F5344CB8AC3E}">
        <p14:creationId xmlns:p14="http://schemas.microsoft.com/office/powerpoint/2010/main" val="128050993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5" preserve="1">
  <p:cSld name="Custom Layout 1 3 1 1 2 5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692;p63">
            <a:extLst>
              <a:ext uri="{FF2B5EF4-FFF2-40B4-BE49-F238E27FC236}">
                <a16:creationId xmlns:a16="http://schemas.microsoft.com/office/drawing/2014/main" id="{FB40C57F-2D86-4D18-846D-CE67532B1760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2"/>
          <p:cNvSpPr/>
          <p:nvPr/>
        </p:nvSpPr>
        <p:spPr>
          <a:xfrm>
            <a:off x="-92000" y="6170533"/>
            <a:ext cx="12401987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4" name="Google Shape;794;p72"/>
          <p:cNvSpPr txBox="1">
            <a:spLocks noGrp="1"/>
          </p:cNvSpPr>
          <p:nvPr>
            <p:ph type="title"/>
          </p:nvPr>
        </p:nvSpPr>
        <p:spPr>
          <a:xfrm>
            <a:off x="5883033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95" name="Google Shape;795;p72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2"/>
          <p:cNvSpPr txBox="1">
            <a:spLocks noGrp="1"/>
          </p:cNvSpPr>
          <p:nvPr>
            <p:ph type="body" idx="2"/>
          </p:nvPr>
        </p:nvSpPr>
        <p:spPr>
          <a:xfrm>
            <a:off x="5943900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2AA8008-CE06-40DE-8A1A-66FE9E1BED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079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4 1" preserve="1">
  <p:cSld name="Custom Layout 1 3 1 1 2 4 1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26;p66">
            <a:extLst>
              <a:ext uri="{FF2B5EF4-FFF2-40B4-BE49-F238E27FC236}">
                <a16:creationId xmlns:a16="http://schemas.microsoft.com/office/drawing/2014/main" id="{378E6D45-F48C-4D8A-AA2A-9939F76319DC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3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2" name="Google Shape;802;p73"/>
          <p:cNvSpPr txBox="1">
            <a:spLocks noGrp="1"/>
          </p:cNvSpPr>
          <p:nvPr>
            <p:ph type="title"/>
          </p:nvPr>
        </p:nvSpPr>
        <p:spPr>
          <a:xfrm>
            <a:off x="5883033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03" name="Google Shape;803;p7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5" name="Google Shape;805;p73"/>
          <p:cNvSpPr txBox="1">
            <a:spLocks noGrp="1"/>
          </p:cNvSpPr>
          <p:nvPr>
            <p:ph type="body" idx="2"/>
          </p:nvPr>
        </p:nvSpPr>
        <p:spPr>
          <a:xfrm>
            <a:off x="5943900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0" name="Google Shape;806;p73">
            <a:extLst>
              <a:ext uri="{FF2B5EF4-FFF2-40B4-BE49-F238E27FC236}">
                <a16:creationId xmlns:a16="http://schemas.microsoft.com/office/drawing/2014/main" id="{E7F10D4F-C541-4346-9357-0962FC0ADB9D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785E7C3-5A1D-49EC-BC3D-F7E6F18767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033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2" preserve="1">
  <p:cSld name="Custom Layout 1 3 1 1 2 1 2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6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6" name="Google Shape;826;p76"/>
          <p:cNvSpPr txBox="1">
            <a:spLocks noGrp="1"/>
          </p:cNvSpPr>
          <p:nvPr>
            <p:ph type="title"/>
          </p:nvPr>
        </p:nvSpPr>
        <p:spPr>
          <a:xfrm>
            <a:off x="5661367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27" name="Google Shape;827;p76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p76"/>
          <p:cNvSpPr txBox="1">
            <a:spLocks noGrp="1"/>
          </p:cNvSpPr>
          <p:nvPr>
            <p:ph type="body" idx="2"/>
          </p:nvPr>
        </p:nvSpPr>
        <p:spPr>
          <a:xfrm>
            <a:off x="5722233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9" name="Google Shape;830;p76">
            <a:extLst>
              <a:ext uri="{FF2B5EF4-FFF2-40B4-BE49-F238E27FC236}">
                <a16:creationId xmlns:a16="http://schemas.microsoft.com/office/drawing/2014/main" id="{B0A0C183-29E1-48C9-919D-9AB15EF2DE7F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B8F19BA-D2DE-4089-9EB0-F007C75CB8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516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2 1" preserve="1">
  <p:cSld name="Custom Layout 1 3 1 1 2 1 2 1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4000" y="-88366"/>
            <a:ext cx="12214469" cy="696233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7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4" name="Google Shape;834;p77"/>
          <p:cNvSpPr txBox="1">
            <a:spLocks noGrp="1"/>
          </p:cNvSpPr>
          <p:nvPr>
            <p:ph type="title"/>
          </p:nvPr>
        </p:nvSpPr>
        <p:spPr>
          <a:xfrm>
            <a:off x="5661367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35" name="Google Shape;835;p7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7" name="Google Shape;837;p77"/>
          <p:cNvSpPr txBox="1">
            <a:spLocks noGrp="1"/>
          </p:cNvSpPr>
          <p:nvPr>
            <p:ph type="body" idx="2"/>
          </p:nvPr>
        </p:nvSpPr>
        <p:spPr>
          <a:xfrm>
            <a:off x="5722233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0" name="Google Shape;838;p77">
            <a:extLst>
              <a:ext uri="{FF2B5EF4-FFF2-40B4-BE49-F238E27FC236}">
                <a16:creationId xmlns:a16="http://schemas.microsoft.com/office/drawing/2014/main" id="{F6CC3871-6B96-41AF-95CD-CF9981A69985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3FB4927-0D00-4F59-BD63-B0BADE4151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480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1 1" preserve="1">
  <p:cSld name="Custom Layout 1 3 1 1 2 1 1 1 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8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1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6" name="Google Shape;866;p81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81"/>
          <p:cNvSpPr txBox="1">
            <a:spLocks noGrp="1"/>
          </p:cNvSpPr>
          <p:nvPr>
            <p:ph type="title"/>
          </p:nvPr>
        </p:nvSpPr>
        <p:spPr>
          <a:xfrm>
            <a:off x="6417067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9" name="Google Shape;869;p81"/>
          <p:cNvSpPr txBox="1">
            <a:spLocks noGrp="1"/>
          </p:cNvSpPr>
          <p:nvPr>
            <p:ph type="body" idx="2"/>
          </p:nvPr>
        </p:nvSpPr>
        <p:spPr>
          <a:xfrm>
            <a:off x="6417067" y="3528933"/>
            <a:ext cx="4627600" cy="19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0" name="Google Shape;870;p81">
            <a:extLst>
              <a:ext uri="{FF2B5EF4-FFF2-40B4-BE49-F238E27FC236}">
                <a16:creationId xmlns:a16="http://schemas.microsoft.com/office/drawing/2014/main" id="{9CAE439A-90C9-477F-B07D-C9BA72C0F4D0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009AE16-15F9-4292-88AD-821CA6B6AA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55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">
  <p:cSld name="Title and Content 1 3 1 1 1 1 1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3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0" name="Google Shape;229;p18">
            <a:extLst>
              <a:ext uri="{FF2B5EF4-FFF2-40B4-BE49-F238E27FC236}">
                <a16:creationId xmlns:a16="http://schemas.microsoft.com/office/drawing/2014/main" id="{06FABB0F-823E-4454-A321-6ABF07A4BF77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809B5E27-6A8C-4322-B524-DDC87F68D3B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4200EC5-18BF-4CAD-84DE-7A8F99905194}"/>
              </a:ext>
            </a:extLst>
          </p:cNvPr>
          <p:cNvGrpSpPr/>
          <p:nvPr userDrawn="1"/>
        </p:nvGrpSpPr>
        <p:grpSpPr>
          <a:xfrm>
            <a:off x="960427" y="3942312"/>
            <a:ext cx="4172804" cy="3712877"/>
            <a:chOff x="5528331" y="2177268"/>
            <a:chExt cx="6412638" cy="5705835"/>
          </a:xfrm>
        </p:grpSpPr>
        <p:sp>
          <p:nvSpPr>
            <p:cNvPr id="23" name="Google Shape;2551;p259">
              <a:extLst>
                <a:ext uri="{FF2B5EF4-FFF2-40B4-BE49-F238E27FC236}">
                  <a16:creationId xmlns:a16="http://schemas.microsoft.com/office/drawing/2014/main" id="{03F47441-5191-4D90-AFB4-C3E4AA799053}"/>
                </a:ext>
              </a:extLst>
            </p:cNvPr>
            <p:cNvSpPr/>
            <p:nvPr/>
          </p:nvSpPr>
          <p:spPr>
            <a:xfrm rot="-4743171">
              <a:off x="6137403" y="2647600"/>
              <a:ext cx="5352195" cy="5118811"/>
            </a:xfrm>
            <a:prstGeom prst="arc">
              <a:avLst>
                <a:gd name="adj1" fmla="val 17096738"/>
                <a:gd name="adj2" fmla="val 4615968"/>
              </a:avLst>
            </a:prstGeom>
            <a:noFill/>
            <a:ln w="38100" cap="flat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latin typeface="Open Sans" panose="020B0606030504020204" pitchFamily="34" charset="0"/>
              </a:endParaRPr>
            </a:p>
          </p:txBody>
        </p:sp>
        <p:pic>
          <p:nvPicPr>
            <p:cNvPr id="24" name="Google Shape;2552;p259">
              <a:extLst>
                <a:ext uri="{FF2B5EF4-FFF2-40B4-BE49-F238E27FC236}">
                  <a16:creationId xmlns:a16="http://schemas.microsoft.com/office/drawing/2014/main" id="{F7E9584C-99B0-4DDE-94F6-FE059727A3E7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71234" y="4686501"/>
              <a:ext cx="969735" cy="12268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53;p259">
              <a:extLst>
                <a:ext uri="{FF2B5EF4-FFF2-40B4-BE49-F238E27FC236}">
                  <a16:creationId xmlns:a16="http://schemas.microsoft.com/office/drawing/2014/main" id="{D39D7654-4C01-4087-9A85-CDE971B952AC}"/>
                </a:ext>
              </a:extLst>
            </p:cNvPr>
            <p:cNvPicPr preferRelativeResize="0"/>
            <p:nvPr/>
          </p:nvPicPr>
          <p:blipFill>
            <a:blip r:embed="rId7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96235" y="2177268"/>
              <a:ext cx="1139968" cy="98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BD1F8568-275F-42D5-9CE2-00E96C4B3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331" y="3614051"/>
              <a:ext cx="2112155" cy="1805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224816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">
  <p:cSld name="Title and Content 1 3 1 1 1 1 1 1 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57231" y="-70664"/>
            <a:ext cx="12363933" cy="694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242;p19">
            <a:extLst>
              <a:ext uri="{FF2B5EF4-FFF2-40B4-BE49-F238E27FC236}">
                <a16:creationId xmlns:a16="http://schemas.microsoft.com/office/drawing/2014/main" id="{BF5E8F30-B3C8-47C4-B281-7FF77CF58402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7EC1B96-DD63-444B-9624-D09BD9FC20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29B7488-5641-4895-9077-CAD782E16C9E}"/>
              </a:ext>
            </a:extLst>
          </p:cNvPr>
          <p:cNvGrpSpPr/>
          <p:nvPr userDrawn="1"/>
        </p:nvGrpSpPr>
        <p:grpSpPr>
          <a:xfrm>
            <a:off x="960427" y="3942312"/>
            <a:ext cx="4172804" cy="3712877"/>
            <a:chOff x="5528331" y="2177268"/>
            <a:chExt cx="6412638" cy="5705835"/>
          </a:xfrm>
        </p:grpSpPr>
        <p:sp>
          <p:nvSpPr>
            <p:cNvPr id="19" name="Google Shape;2551;p259">
              <a:extLst>
                <a:ext uri="{FF2B5EF4-FFF2-40B4-BE49-F238E27FC236}">
                  <a16:creationId xmlns:a16="http://schemas.microsoft.com/office/drawing/2014/main" id="{F0C65DB9-DEEE-4F28-9D86-8863D2F36F53}"/>
                </a:ext>
              </a:extLst>
            </p:cNvPr>
            <p:cNvSpPr/>
            <p:nvPr/>
          </p:nvSpPr>
          <p:spPr>
            <a:xfrm rot="-4743171">
              <a:off x="6137403" y="2647600"/>
              <a:ext cx="5352195" cy="5118811"/>
            </a:xfrm>
            <a:prstGeom prst="arc">
              <a:avLst>
                <a:gd name="adj1" fmla="val 17096738"/>
                <a:gd name="adj2" fmla="val 4615968"/>
              </a:avLst>
            </a:prstGeom>
            <a:noFill/>
            <a:ln w="38100" cap="flat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latin typeface="Open Sans" panose="020B0606030504020204" pitchFamily="34" charset="0"/>
              </a:endParaRPr>
            </a:p>
          </p:txBody>
        </p:sp>
        <p:pic>
          <p:nvPicPr>
            <p:cNvPr id="25" name="Google Shape;2552;p259">
              <a:extLst>
                <a:ext uri="{FF2B5EF4-FFF2-40B4-BE49-F238E27FC236}">
                  <a16:creationId xmlns:a16="http://schemas.microsoft.com/office/drawing/2014/main" id="{EB4A3E11-7E26-40BF-A7A0-4B67E8293F24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71234" y="4686501"/>
              <a:ext cx="969735" cy="12268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553;p259">
              <a:extLst>
                <a:ext uri="{FF2B5EF4-FFF2-40B4-BE49-F238E27FC236}">
                  <a16:creationId xmlns:a16="http://schemas.microsoft.com/office/drawing/2014/main" id="{F69425D3-499E-43D8-B974-515F1BF07E11}"/>
                </a:ext>
              </a:extLst>
            </p:cNvPr>
            <p:cNvPicPr preferRelativeResize="0"/>
            <p:nvPr/>
          </p:nvPicPr>
          <p:blipFill>
            <a:blip r:embed="rId7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96235" y="2177268"/>
              <a:ext cx="1139968" cy="98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E0421369-3D07-4B1B-A1D1-E5467F5E0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331" y="3614051"/>
              <a:ext cx="2112155" cy="1805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974928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 1 1">
  <p:cSld name="Title and Content 1 3 1 1 1 1 1 1 1 1 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263;p21">
            <a:extLst>
              <a:ext uri="{FF2B5EF4-FFF2-40B4-BE49-F238E27FC236}">
                <a16:creationId xmlns:a16="http://schemas.microsoft.com/office/drawing/2014/main" id="{8B93810F-DCFA-49AC-B382-5273FEDBB23E}"/>
              </a:ext>
            </a:extLst>
          </p:cNvPr>
          <p:cNvSpPr/>
          <p:nvPr userDrawn="1"/>
        </p:nvSpPr>
        <p:spPr>
          <a:xfrm rot="-4705814">
            <a:off x="670954" y="4279673"/>
            <a:ext cx="4238113" cy="4271679"/>
          </a:xfrm>
          <a:prstGeom prst="arc">
            <a:avLst>
              <a:gd name="adj1" fmla="val 17096738"/>
              <a:gd name="adj2" fmla="val 3877162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6" name="Google Shape;264;p21">
            <a:extLst>
              <a:ext uri="{FF2B5EF4-FFF2-40B4-BE49-F238E27FC236}">
                <a16:creationId xmlns:a16="http://schemas.microsoft.com/office/drawing/2014/main" id="{590A39B1-5340-4530-8B0F-D27C02C35600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0629" y="5597758"/>
            <a:ext cx="810771" cy="96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65;p21">
            <a:extLst>
              <a:ext uri="{FF2B5EF4-FFF2-40B4-BE49-F238E27FC236}">
                <a16:creationId xmlns:a16="http://schemas.microsoft.com/office/drawing/2014/main" id="{81C7BD68-7731-4EE0-8531-F8026F811AC6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2986" y="3818281"/>
            <a:ext cx="953101" cy="77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66;p21">
            <a:extLst>
              <a:ext uri="{FF2B5EF4-FFF2-40B4-BE49-F238E27FC236}">
                <a16:creationId xmlns:a16="http://schemas.microsoft.com/office/drawing/2014/main" id="{D994BACA-68A9-4668-B4CD-29B67DE7C8B2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401" y="4738981"/>
            <a:ext cx="1396585" cy="1142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68;p21">
            <a:extLst>
              <a:ext uri="{FF2B5EF4-FFF2-40B4-BE49-F238E27FC236}">
                <a16:creationId xmlns:a16="http://schemas.microsoft.com/office/drawing/2014/main" id="{635AB7BD-8058-4453-8BCD-39149078BA82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15C05D8-C7B7-4267-A607-AA2316638AD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708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 1 1 1">
  <p:cSld name="Title and Content 1 3 1 1 1 1 1 1 1 1 1 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755;p275">
            <a:extLst>
              <a:ext uri="{FF2B5EF4-FFF2-40B4-BE49-F238E27FC236}">
                <a16:creationId xmlns:a16="http://schemas.microsoft.com/office/drawing/2014/main" id="{E7831054-E4B8-4826-BAB2-BABC15FA5F31}"/>
              </a:ext>
            </a:extLst>
          </p:cNvPr>
          <p:cNvPicPr preferRelativeResize="0"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523" y="-895509"/>
            <a:ext cx="12240524" cy="816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2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281;p22">
            <a:extLst>
              <a:ext uri="{FF2B5EF4-FFF2-40B4-BE49-F238E27FC236}">
                <a16:creationId xmlns:a16="http://schemas.microsoft.com/office/drawing/2014/main" id="{0E8744A7-A629-47B1-859B-B80C3B391A39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6D1C0718-E446-4A89-A00A-47981BCFBD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sp>
        <p:nvSpPr>
          <p:cNvPr id="22" name="Google Shape;2606;p263">
            <a:extLst>
              <a:ext uri="{FF2B5EF4-FFF2-40B4-BE49-F238E27FC236}">
                <a16:creationId xmlns:a16="http://schemas.microsoft.com/office/drawing/2014/main" id="{14C31BE0-6DD0-4199-94A0-19EF859BDF8A}"/>
              </a:ext>
            </a:extLst>
          </p:cNvPr>
          <p:cNvSpPr/>
          <p:nvPr userDrawn="1"/>
        </p:nvSpPr>
        <p:spPr>
          <a:xfrm rot="4264039">
            <a:off x="1342588" y="2690098"/>
            <a:ext cx="3481743" cy="3509317"/>
          </a:xfrm>
          <a:prstGeom prst="arc">
            <a:avLst>
              <a:gd name="adj1" fmla="val 17096738"/>
              <a:gd name="adj2" fmla="val 461596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latin typeface="Open Sans" panose="020B0606030504020204" pitchFamily="34" charset="0"/>
            </a:endParaRPr>
          </a:p>
        </p:txBody>
      </p:sp>
      <p:pic>
        <p:nvPicPr>
          <p:cNvPr id="23" name="Google Shape;2688;p269">
            <a:extLst>
              <a:ext uri="{FF2B5EF4-FFF2-40B4-BE49-F238E27FC236}">
                <a16:creationId xmlns:a16="http://schemas.microsoft.com/office/drawing/2014/main" id="{651804F4-5DAE-46A8-8AF1-D3A92E5F9ACB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027" y="4706133"/>
            <a:ext cx="782119" cy="6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6ACB3FDA-FBF9-445E-8A32-1436C6816A2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0673" y="5353027"/>
            <a:ext cx="1511843" cy="1292272"/>
          </a:xfrm>
          <a:prstGeom prst="rect">
            <a:avLst/>
          </a:prstGeom>
        </p:spPr>
      </p:pic>
      <p:pic>
        <p:nvPicPr>
          <p:cNvPr id="25" name="Google Shape;2687;p269">
            <a:extLst>
              <a:ext uri="{FF2B5EF4-FFF2-40B4-BE49-F238E27FC236}">
                <a16:creationId xmlns:a16="http://schemas.microsoft.com/office/drawing/2014/main" id="{EF9B5495-63C8-4F92-8E72-B497C95342EC}"/>
              </a:ext>
            </a:extLst>
          </p:cNvPr>
          <p:cNvPicPr preferRelativeResize="0"/>
          <p:nvPr userDrawn="1"/>
        </p:nvPicPr>
        <p:blipFill>
          <a:blip r:embed="rId8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3216" y="3624749"/>
            <a:ext cx="619347" cy="783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16853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 1">
  <p:cSld name="Custom Layout 1 4 1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3005;p294">
            <a:extLst>
              <a:ext uri="{FF2B5EF4-FFF2-40B4-BE49-F238E27FC236}">
                <a16:creationId xmlns:a16="http://schemas.microsoft.com/office/drawing/2014/main" id="{6240FF11-311F-41BA-A412-C7C9D2B0AAF0}"/>
              </a:ext>
            </a:extLst>
          </p:cNvPr>
          <p:cNvPicPr preferRelativeResize="0"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363" y="-1185664"/>
            <a:ext cx="13851964" cy="9234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6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7041" y="12067"/>
            <a:ext cx="733103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62"/>
          <p:cNvSpPr/>
          <p:nvPr/>
        </p:nvSpPr>
        <p:spPr>
          <a:xfrm>
            <a:off x="7252393" y="23694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2"/>
          <p:cNvSpPr txBox="1">
            <a:spLocks noGrp="1"/>
          </p:cNvSpPr>
          <p:nvPr>
            <p:ph type="subTitle" idx="1"/>
          </p:nvPr>
        </p:nvSpPr>
        <p:spPr>
          <a:xfrm>
            <a:off x="7252395" y="19735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9" name="Google Shape;689;p62"/>
          <p:cNvSpPr txBox="1">
            <a:spLocks noGrp="1"/>
          </p:cNvSpPr>
          <p:nvPr>
            <p:ph type="title"/>
          </p:nvPr>
        </p:nvSpPr>
        <p:spPr>
          <a:xfrm>
            <a:off x="7187800" y="26064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ExtraBold"/>
              <a:buNone/>
              <a:defRPr sz="5333" i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0" name="Google Shape;690;p62"/>
          <p:cNvSpPr txBox="1">
            <a:spLocks noGrp="1"/>
          </p:cNvSpPr>
          <p:nvPr>
            <p:ph type="body" idx="2"/>
          </p:nvPr>
        </p:nvSpPr>
        <p:spPr>
          <a:xfrm>
            <a:off x="645805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F7C6F73-F6D9-4F38-BD49-557F96F876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7485" y="6006481"/>
            <a:ext cx="2390116" cy="50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359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2">
  <p:cSld name="Custom Layout 1 3 2"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6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63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51" t="-15901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3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5" name="Google Shape;695;p6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63"/>
          <p:cNvSpPr txBox="1">
            <a:spLocks noGrp="1"/>
          </p:cNvSpPr>
          <p:nvPr>
            <p:ph type="title"/>
          </p:nvPr>
        </p:nvSpPr>
        <p:spPr>
          <a:xfrm>
            <a:off x="5916767" y="2284900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600"/>
              <a:buFont typeface="Open Sans ExtraBold"/>
              <a:buNone/>
              <a:defRPr sz="3467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698" name="Google Shape;698;p63"/>
          <p:cNvSpPr txBox="1">
            <a:spLocks noGrp="1"/>
          </p:cNvSpPr>
          <p:nvPr>
            <p:ph type="body" idx="2"/>
          </p:nvPr>
        </p:nvSpPr>
        <p:spPr>
          <a:xfrm>
            <a:off x="5916767" y="4075734"/>
            <a:ext cx="6154400" cy="194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grpSp>
        <p:nvGrpSpPr>
          <p:cNvPr id="16" name="Google Shape;699;p63">
            <a:extLst>
              <a:ext uri="{FF2B5EF4-FFF2-40B4-BE49-F238E27FC236}">
                <a16:creationId xmlns:a16="http://schemas.microsoft.com/office/drawing/2014/main" id="{1003A230-8A68-45F6-B6EF-552AD31DD053}"/>
              </a:ext>
            </a:extLst>
          </p:cNvPr>
          <p:cNvGrpSpPr/>
          <p:nvPr userDrawn="1"/>
        </p:nvGrpSpPr>
        <p:grpSpPr>
          <a:xfrm>
            <a:off x="506001" y="1923251"/>
            <a:ext cx="3415633" cy="3817284"/>
            <a:chOff x="287275" y="1739038"/>
            <a:chExt cx="2561725" cy="2862963"/>
          </a:xfrm>
        </p:grpSpPr>
        <p:sp>
          <p:nvSpPr>
            <p:cNvPr id="18" name="Google Shape;700;p63">
              <a:extLst>
                <a:ext uri="{FF2B5EF4-FFF2-40B4-BE49-F238E27FC236}">
                  <a16:creationId xmlns:a16="http://schemas.microsoft.com/office/drawing/2014/main" id="{F0C49679-49C9-42FA-881E-E53F5E8F80A5}"/>
                </a:ext>
              </a:extLst>
            </p:cNvPr>
            <p:cNvSpPr/>
            <p:nvPr/>
          </p:nvSpPr>
          <p:spPr>
            <a:xfrm rot="10800000">
              <a:off x="598916" y="1932452"/>
              <a:ext cx="2250000" cy="22500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701;p63">
              <a:extLst>
                <a:ext uri="{FF2B5EF4-FFF2-40B4-BE49-F238E27FC236}">
                  <a16:creationId xmlns:a16="http://schemas.microsoft.com/office/drawing/2014/main" id="{BFD0CB90-137A-4758-9E86-56693376020E}"/>
                </a:ext>
              </a:extLst>
            </p:cNvPr>
            <p:cNvSpPr/>
            <p:nvPr/>
          </p:nvSpPr>
          <p:spPr>
            <a:xfrm rot="-5400000">
              <a:off x="599000" y="2003750"/>
              <a:ext cx="2250000" cy="22500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20" name="Google Shape;702;p63">
              <a:extLst>
                <a:ext uri="{FF2B5EF4-FFF2-40B4-BE49-F238E27FC236}">
                  <a16:creationId xmlns:a16="http://schemas.microsoft.com/office/drawing/2014/main" id="{8EF4D240-83B6-45E7-B9B1-DD91CEF4A2AC}"/>
                </a:ext>
              </a:extLst>
            </p:cNvPr>
            <p:cNvPicPr preferRelativeResize="0"/>
            <p:nvPr/>
          </p:nvPicPr>
          <p:blipFill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67175" y="1739038"/>
              <a:ext cx="487725" cy="48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703;p63">
              <a:extLst>
                <a:ext uri="{FF2B5EF4-FFF2-40B4-BE49-F238E27FC236}">
                  <a16:creationId xmlns:a16="http://schemas.microsoft.com/office/drawing/2014/main" id="{C8787362-79B9-4882-AEF9-43E872FA2C9F}"/>
                </a:ext>
              </a:extLst>
            </p:cNvPr>
            <p:cNvPicPr preferRelativeResize="0"/>
            <p:nvPr/>
          </p:nvPicPr>
          <p:blipFill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8375" y="3666600"/>
              <a:ext cx="783950" cy="9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704;p63">
              <a:extLst>
                <a:ext uri="{FF2B5EF4-FFF2-40B4-BE49-F238E27FC236}">
                  <a16:creationId xmlns:a16="http://schemas.microsoft.com/office/drawing/2014/main" id="{08822D82-EAD0-4124-BC28-B09759B7341B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7275" y="2772625"/>
              <a:ext cx="702425" cy="634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" name="Google Shape;705;p63">
            <a:extLst>
              <a:ext uri="{FF2B5EF4-FFF2-40B4-BE49-F238E27FC236}">
                <a16:creationId xmlns:a16="http://schemas.microsoft.com/office/drawing/2014/main" id="{C626E620-0B30-4F87-BB0F-8C3F740A1086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82F40F3-23C4-4500-AFE2-6171BDC8196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2485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4">
  <p:cSld name="Custom Layout 1 3 1 4"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6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4"/>
          <p:cNvSpPr txBox="1">
            <a:spLocks noGrp="1"/>
          </p:cNvSpPr>
          <p:nvPr>
            <p:ph type="title"/>
          </p:nvPr>
        </p:nvSpPr>
        <p:spPr>
          <a:xfrm>
            <a:off x="888600" y="697267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9" name="Google Shape;709;p64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2855"/>
          <a:stretch/>
        </p:blipFill>
        <p:spPr>
          <a:xfrm>
            <a:off x="3014401" y="12068"/>
            <a:ext cx="9194697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64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1" name="Google Shape;711;p6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64"/>
          <p:cNvSpPr txBox="1">
            <a:spLocks noGrp="1"/>
          </p:cNvSpPr>
          <p:nvPr>
            <p:ph type="subTitle" idx="2"/>
          </p:nvPr>
        </p:nvSpPr>
        <p:spPr>
          <a:xfrm>
            <a:off x="953195" y="5464471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None/>
              <a:defRPr sz="12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5" name="Google Shape;715;p64"/>
          <p:cNvSpPr txBox="1">
            <a:spLocks noGrp="1"/>
          </p:cNvSpPr>
          <p:nvPr>
            <p:ph type="title" idx="3"/>
          </p:nvPr>
        </p:nvSpPr>
        <p:spPr>
          <a:xfrm>
            <a:off x="6908700" y="1167300"/>
            <a:ext cx="50088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600"/>
              <a:buFont typeface="Open Sans ExtraBold"/>
              <a:buNone/>
              <a:defRPr sz="3467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16" name="Google Shape;716;p64"/>
          <p:cNvSpPr txBox="1">
            <a:spLocks noGrp="1"/>
          </p:cNvSpPr>
          <p:nvPr>
            <p:ph type="body" idx="4"/>
          </p:nvPr>
        </p:nvSpPr>
        <p:spPr>
          <a:xfrm>
            <a:off x="6908700" y="2958134"/>
            <a:ext cx="5162400" cy="306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714;p64">
            <a:extLst>
              <a:ext uri="{FF2B5EF4-FFF2-40B4-BE49-F238E27FC236}">
                <a16:creationId xmlns:a16="http://schemas.microsoft.com/office/drawing/2014/main" id="{174E3A42-F148-4FEA-B5A0-FACBDA174B0A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3F5EF62-4501-40B1-BDE1-F8CCE1F3ED8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47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3 1">
  <p:cSld name="Custom Layout 1 3 1 3 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6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65"/>
          <p:cNvSpPr/>
          <p:nvPr/>
        </p:nvSpPr>
        <p:spPr>
          <a:xfrm>
            <a:off x="-92000" y="6170533"/>
            <a:ext cx="12372491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0" name="Google Shape;720;p6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65"/>
          <p:cNvSpPr txBox="1">
            <a:spLocks noGrp="1"/>
          </p:cNvSpPr>
          <p:nvPr>
            <p:ph type="title"/>
          </p:nvPr>
        </p:nvSpPr>
        <p:spPr>
          <a:xfrm>
            <a:off x="6566900" y="1490351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 ExtraBold"/>
              <a:buNone/>
              <a:defRPr sz="42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23" name="Google Shape;723;p65"/>
          <p:cNvSpPr txBox="1">
            <a:spLocks noGrp="1"/>
          </p:cNvSpPr>
          <p:nvPr>
            <p:ph type="body" idx="2"/>
          </p:nvPr>
        </p:nvSpPr>
        <p:spPr>
          <a:xfrm>
            <a:off x="6669600" y="26595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9" name="Google Shape;724;p65">
            <a:extLst>
              <a:ext uri="{FF2B5EF4-FFF2-40B4-BE49-F238E27FC236}">
                <a16:creationId xmlns:a16="http://schemas.microsoft.com/office/drawing/2014/main" id="{72BB3A84-F2FD-4FF0-919D-8FB874D39BB1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80C3973-38F9-4C9A-91F6-6F979D80E9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9929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2 1 1">
  <p:cSld name="Custom Layout 1 3 1 2 1 1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6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67"/>
          <p:cNvSpPr/>
          <p:nvPr/>
        </p:nvSpPr>
        <p:spPr>
          <a:xfrm>
            <a:off x="-92001" y="6170533"/>
            <a:ext cx="12431484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7" name="Google Shape;737;p6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39" name="Google Shape;739;p67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6837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7"/>
          <p:cNvSpPr txBox="1">
            <a:spLocks noGrp="1"/>
          </p:cNvSpPr>
          <p:nvPr>
            <p:ph type="title"/>
          </p:nvPr>
        </p:nvSpPr>
        <p:spPr>
          <a:xfrm>
            <a:off x="6618933" y="2014133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41" name="Google Shape;741;p67"/>
          <p:cNvSpPr txBox="1">
            <a:spLocks noGrp="1"/>
          </p:cNvSpPr>
          <p:nvPr>
            <p:ph type="body" idx="2"/>
          </p:nvPr>
        </p:nvSpPr>
        <p:spPr>
          <a:xfrm>
            <a:off x="6618933" y="3044133"/>
            <a:ext cx="4758400" cy="2604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Google Shape;742;p67">
            <a:extLst>
              <a:ext uri="{FF2B5EF4-FFF2-40B4-BE49-F238E27FC236}">
                <a16:creationId xmlns:a16="http://schemas.microsoft.com/office/drawing/2014/main" id="{730DB273-89FD-4093-B96E-461020EFCAE1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9519F68-4675-4437-AA92-B7123F990A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8562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3 1">
  <p:cSld name="Custom Layout 1 3 1 1 2 3 1"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FE03406-CCBA-45BA-8CDA-1FD29253F9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89467" y="-643467"/>
            <a:ext cx="12677768" cy="8453169"/>
          </a:xfrm>
          <a:prstGeom prst="rect">
            <a:avLst/>
          </a:prstGeom>
        </p:spPr>
      </p:pic>
      <p:pic>
        <p:nvPicPr>
          <p:cNvPr id="809" name="Google Shape;809;p7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04268" y="699167"/>
            <a:ext cx="5404297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4"/>
          <p:cNvSpPr txBox="1">
            <a:spLocks noGrp="1"/>
          </p:cNvSpPr>
          <p:nvPr>
            <p:ph type="title"/>
          </p:nvPr>
        </p:nvSpPr>
        <p:spPr>
          <a:xfrm>
            <a:off x="7492600" y="2403233"/>
            <a:ext cx="4540400" cy="1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700"/>
              <a:buFont typeface="Open Sans ExtraBold"/>
              <a:buNone/>
              <a:defRPr sz="3600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74"/>
          <p:cNvSpPr txBox="1">
            <a:spLocks noGrp="1"/>
          </p:cNvSpPr>
          <p:nvPr>
            <p:ph type="subTitle" idx="1"/>
          </p:nvPr>
        </p:nvSpPr>
        <p:spPr>
          <a:xfrm>
            <a:off x="7557195" y="45135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"/>
              <a:buNone/>
              <a:defRPr sz="1600" i="1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13" name="Google Shape;813;p74"/>
          <p:cNvCxnSpPr/>
          <p:nvPr/>
        </p:nvCxnSpPr>
        <p:spPr>
          <a:xfrm>
            <a:off x="7395167" y="2033933"/>
            <a:ext cx="33036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Google Shape;814;p74" descr="Logo&#10;&#10;Description automatically generated">
            <a:extLst>
              <a:ext uri="{FF2B5EF4-FFF2-40B4-BE49-F238E27FC236}">
                <a16:creationId xmlns:a16="http://schemas.microsoft.com/office/drawing/2014/main" id="{4407DD6C-BAFB-4B12-BAA8-20B47858DF4E}"/>
              </a:ext>
            </a:extLst>
          </p:cNvPr>
          <p:cNvPicPr preferRelativeResize="0"/>
          <p:nvPr userDrawn="1"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03415" y="6240844"/>
            <a:ext cx="1639104" cy="4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15;p74">
            <a:extLst>
              <a:ext uri="{FF2B5EF4-FFF2-40B4-BE49-F238E27FC236}">
                <a16:creationId xmlns:a16="http://schemas.microsoft.com/office/drawing/2014/main" id="{099183ED-F6E3-47E3-8E1B-1273905EB2E9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B21ACEB-2753-45EA-B699-3CC1B524E3E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2124" y="1174257"/>
            <a:ext cx="3225547" cy="68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3818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2">
  <p:cSld name="Custom Layout 1 3 1 1 2 1 1 2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9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9" name="Google Shape;849;p79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51" name="Google Shape;851;p79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9"/>
          <p:cNvSpPr txBox="1">
            <a:spLocks noGrp="1"/>
          </p:cNvSpPr>
          <p:nvPr>
            <p:ph type="title"/>
          </p:nvPr>
        </p:nvSpPr>
        <p:spPr>
          <a:xfrm>
            <a:off x="6618933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53" name="Google Shape;853;p79"/>
          <p:cNvSpPr txBox="1">
            <a:spLocks noGrp="1"/>
          </p:cNvSpPr>
          <p:nvPr>
            <p:ph type="body" idx="2"/>
          </p:nvPr>
        </p:nvSpPr>
        <p:spPr>
          <a:xfrm>
            <a:off x="6618934" y="2786251"/>
            <a:ext cx="5011175" cy="293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Google Shape;854;p79">
            <a:extLst>
              <a:ext uri="{FF2B5EF4-FFF2-40B4-BE49-F238E27FC236}">
                <a16:creationId xmlns:a16="http://schemas.microsoft.com/office/drawing/2014/main" id="{D74C7045-07DE-4AF6-9552-B16E0CCFCAE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C1C6AC5-455E-4AA9-BF8C-D311F3DE73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4788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 1">
  <p:cSld name="Custom Layout 1 3 1 1 2 1 1 1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755;p275">
            <a:extLst>
              <a:ext uri="{FF2B5EF4-FFF2-40B4-BE49-F238E27FC236}">
                <a16:creationId xmlns:a16="http://schemas.microsoft.com/office/drawing/2014/main" id="{49A2398E-4ECB-4FC7-AFBD-F4492BE46825}"/>
              </a:ext>
            </a:extLst>
          </p:cNvPr>
          <p:cNvPicPr preferRelativeResize="0"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523" y="-895509"/>
            <a:ext cx="12240524" cy="8161048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80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8" name="Google Shape;858;p80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60" name="Google Shape;860;p80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80"/>
          <p:cNvSpPr txBox="1">
            <a:spLocks noGrp="1"/>
          </p:cNvSpPr>
          <p:nvPr>
            <p:ph type="title"/>
          </p:nvPr>
        </p:nvSpPr>
        <p:spPr>
          <a:xfrm>
            <a:off x="6618933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62" name="Google Shape;862;p80"/>
          <p:cNvSpPr txBox="1">
            <a:spLocks noGrp="1"/>
          </p:cNvSpPr>
          <p:nvPr>
            <p:ph type="body" idx="2"/>
          </p:nvPr>
        </p:nvSpPr>
        <p:spPr>
          <a:xfrm>
            <a:off x="6618933" y="2786251"/>
            <a:ext cx="4758400" cy="324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180B235-A45C-428B-A921-BB869418A0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  <p:pic>
        <p:nvPicPr>
          <p:cNvPr id="12" name="Google Shape;766;p69">
            <a:extLst>
              <a:ext uri="{FF2B5EF4-FFF2-40B4-BE49-F238E27FC236}">
                <a16:creationId xmlns:a16="http://schemas.microsoft.com/office/drawing/2014/main" id="{144F0869-014C-4AD0-B4BF-1DA982E5A545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753206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2 1">
  <p:cSld name="Custom Layout 1 2 1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8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3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4301" y="512433"/>
            <a:ext cx="7224799" cy="6357632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83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83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83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4" name="Google Shape;894;p83"/>
          <p:cNvSpPr txBox="1">
            <a:spLocks noGrp="1"/>
          </p:cNvSpPr>
          <p:nvPr>
            <p:ph type="title" idx="2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95" name="Google Shape;895;p83"/>
          <p:cNvSpPr txBox="1">
            <a:spLocks noGrp="1"/>
          </p:cNvSpPr>
          <p:nvPr>
            <p:ph type="body" idx="3"/>
          </p:nvPr>
        </p:nvSpPr>
        <p:spPr>
          <a:xfrm>
            <a:off x="6212533" y="2481452"/>
            <a:ext cx="4758400" cy="342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5" name="Google Shape;890;p83">
            <a:extLst>
              <a:ext uri="{FF2B5EF4-FFF2-40B4-BE49-F238E27FC236}">
                <a16:creationId xmlns:a16="http://schemas.microsoft.com/office/drawing/2014/main" id="{C796039C-4012-4717-B967-39DE7A6089CF}"/>
              </a:ext>
            </a:extLst>
          </p:cNvPr>
          <p:cNvSpPr/>
          <p:nvPr userDrawn="1"/>
        </p:nvSpPr>
        <p:spPr>
          <a:xfrm rot="-4743055">
            <a:off x="1260179" y="4704313"/>
            <a:ext cx="2628244" cy="2513319"/>
          </a:xfrm>
          <a:prstGeom prst="arc">
            <a:avLst>
              <a:gd name="adj1" fmla="val 17096738"/>
              <a:gd name="adj2" fmla="val 4266985"/>
            </a:avLst>
          </a:prstGeom>
          <a:noFill/>
          <a:ln w="1905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7" name="Google Shape;891;p83">
            <a:extLst>
              <a:ext uri="{FF2B5EF4-FFF2-40B4-BE49-F238E27FC236}">
                <a16:creationId xmlns:a16="http://schemas.microsoft.com/office/drawing/2014/main" id="{71DC0658-F639-475A-9C67-61035A6C039B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0267" y="5521931"/>
            <a:ext cx="61880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92;p83">
            <a:extLst>
              <a:ext uri="{FF2B5EF4-FFF2-40B4-BE49-F238E27FC236}">
                <a16:creationId xmlns:a16="http://schemas.microsoft.com/office/drawing/2014/main" id="{2F309352-F9FE-40AC-BF5B-345F57CF9B7A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4327" y="4432160"/>
            <a:ext cx="559759" cy="48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893;p83">
            <a:extLst>
              <a:ext uri="{FF2B5EF4-FFF2-40B4-BE49-F238E27FC236}">
                <a16:creationId xmlns:a16="http://schemas.microsoft.com/office/drawing/2014/main" id="{D716C456-C877-49F3-9C3C-88FBA14FD1F6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901" y="4920507"/>
            <a:ext cx="820215" cy="710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96;p83">
            <a:extLst>
              <a:ext uri="{FF2B5EF4-FFF2-40B4-BE49-F238E27FC236}">
                <a16:creationId xmlns:a16="http://schemas.microsoft.com/office/drawing/2014/main" id="{9D234B7F-BF8A-4C5B-B562-4EE85F117F08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DB9CB3AD-57C1-4E15-A11C-0B44726DD1A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227" y="6005769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7297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2 1">
  <p:cSld name="Custom Layout 1 3 1 1 2 1 1 2 1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p8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84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0" name="Google Shape;900;p8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02" name="Google Shape;902;p84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3781300" y="-489233"/>
            <a:ext cx="8427803" cy="6659767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4"/>
          <p:cNvSpPr txBox="1">
            <a:spLocks noGrp="1"/>
          </p:cNvSpPr>
          <p:nvPr>
            <p:ph type="title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904" name="Google Shape;904;p84"/>
          <p:cNvSpPr txBox="1">
            <a:spLocks noGrp="1"/>
          </p:cNvSpPr>
          <p:nvPr>
            <p:ph type="body" idx="2"/>
          </p:nvPr>
        </p:nvSpPr>
        <p:spPr>
          <a:xfrm>
            <a:off x="6212534" y="2481451"/>
            <a:ext cx="5484167" cy="353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05" name="Google Shape;905;p84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84"/>
          <p:cNvSpPr txBox="1">
            <a:spLocks noGrp="1"/>
          </p:cNvSpPr>
          <p:nvPr>
            <p:ph type="subTitle" idx="3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84"/>
          <p:cNvSpPr txBox="1">
            <a:spLocks noGrp="1"/>
          </p:cNvSpPr>
          <p:nvPr>
            <p:ph type="title" idx="4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908;p84">
            <a:extLst>
              <a:ext uri="{FF2B5EF4-FFF2-40B4-BE49-F238E27FC236}">
                <a16:creationId xmlns:a16="http://schemas.microsoft.com/office/drawing/2014/main" id="{8996CE37-31B3-4ED6-917B-40FC2B384F8D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B59B063-C301-442F-9082-7381BF7722B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2413" y="6344439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646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5">
  <p:cSld name="Custom Layout 1 1 5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17998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5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7307"/>
          <a:stretch/>
        </p:blipFill>
        <p:spPr>
          <a:xfrm>
            <a:off x="682133" y="12068"/>
            <a:ext cx="11526971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85"/>
          <p:cNvSpPr txBox="1">
            <a:spLocks noGrp="1"/>
          </p:cNvSpPr>
          <p:nvPr>
            <p:ph type="title"/>
          </p:nvPr>
        </p:nvSpPr>
        <p:spPr>
          <a:xfrm>
            <a:off x="1498700" y="1413833"/>
            <a:ext cx="4563600" cy="3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3" name="Google Shape;913;p85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4" name="Google Shape;914;p8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6" name="Google Shape;916;p85"/>
          <p:cNvSpPr/>
          <p:nvPr/>
        </p:nvSpPr>
        <p:spPr>
          <a:xfrm>
            <a:off x="1562793" y="23694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85"/>
          <p:cNvSpPr txBox="1">
            <a:spLocks noGrp="1"/>
          </p:cNvSpPr>
          <p:nvPr>
            <p:ph type="subTitle" idx="2"/>
          </p:nvPr>
        </p:nvSpPr>
        <p:spPr>
          <a:xfrm>
            <a:off x="1545125" y="2583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85"/>
          <p:cNvSpPr txBox="1">
            <a:spLocks noGrp="1"/>
          </p:cNvSpPr>
          <p:nvPr>
            <p:ph type="title" idx="3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919" name="Google Shape;919;p85"/>
          <p:cNvSpPr txBox="1">
            <a:spLocks noGrp="1"/>
          </p:cNvSpPr>
          <p:nvPr>
            <p:ph type="body" idx="4"/>
          </p:nvPr>
        </p:nvSpPr>
        <p:spPr>
          <a:xfrm>
            <a:off x="6212534" y="2481451"/>
            <a:ext cx="4801541" cy="368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920;p85">
            <a:extLst>
              <a:ext uri="{FF2B5EF4-FFF2-40B4-BE49-F238E27FC236}">
                <a16:creationId xmlns:a16="http://schemas.microsoft.com/office/drawing/2014/main" id="{FE1849CE-E562-4BEB-9B67-EFA35CC33C64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C770E76-B5C1-4117-B725-FAA8CFFC81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2413" y="6344439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39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1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5" name="Google Shape;3195;p317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89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4189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325D24A-DB75-4B0B-874B-7A721F2392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5" name="Google Shape;2555;p259">
            <a:extLst>
              <a:ext uri="{FF2B5EF4-FFF2-40B4-BE49-F238E27FC236}">
                <a16:creationId xmlns:a16="http://schemas.microsoft.com/office/drawing/2014/main" id="{25E34F2F-ECFD-4C21-88CE-EC875406C7A1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015DE4A-0272-4B93-91CF-C2AAC9E1E377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326D257F-FB3B-41CE-BA50-E4BC3BF89298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6B19B06A-4603-41C3-90DC-CB4A8BD0699A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BB0FAA0-3918-48D3-B228-7B39583B5110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040BFC26-36C1-4348-AECC-EE327C8F386F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D61E6304-1E66-43CB-9728-8D67498F24D3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0F8CD508-2C3C-4BCD-940E-E1413305FBB0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6FF1B377-2CBC-4F93-944D-591D65A24018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DE64E011-BDEE-428B-846D-F8DFB7522EE7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B19C4764-F318-4FAA-B3D1-B0496D978250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214137056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2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BDD5CF6-3B68-423D-9FCE-BE4D623343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-420752"/>
            <a:ext cx="12237972" cy="7376475"/>
          </a:xfrm>
          <a:prstGeom prst="rect">
            <a:avLst/>
          </a:prstGeom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4189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88A2A7D-50B4-452F-8DCE-3F7A689A40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5" name="Google Shape;2555;p259">
            <a:extLst>
              <a:ext uri="{FF2B5EF4-FFF2-40B4-BE49-F238E27FC236}">
                <a16:creationId xmlns:a16="http://schemas.microsoft.com/office/drawing/2014/main" id="{D920FDF4-EADD-4576-A9EE-B72D2000B519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F657DC6-E24A-4137-99C1-D032A2A2F648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6C696814-A2F0-4F91-AB80-843E277C7187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40278F12-3096-4F9A-BE77-CD7B34667FB4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ADD38BA7-E98D-4452-A1A8-35F2F70FC916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6D5E322F-9696-431A-87B4-85DC8DAA5580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A1B9980E-8311-4E1B-860B-25A2AB1DF2F9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977D9098-8702-40CA-893C-87D364D66DAB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0DD359FE-D50E-4D7B-8250-C38AD9CADD05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DC896D8E-62B2-462C-8145-1418A094F2A7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70789CC4-8C42-478D-85E7-32C26317E538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60351728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3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3235;p321">
            <a:extLst>
              <a:ext uri="{FF2B5EF4-FFF2-40B4-BE49-F238E27FC236}">
                <a16:creationId xmlns:a16="http://schemas.microsoft.com/office/drawing/2014/main" id="{DAB41389-2F80-4D50-AF46-3EDEBA9E148B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37327" y="-318740"/>
            <a:ext cx="12793321" cy="7196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71496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09992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6503267" y="1567133"/>
            <a:ext cx="5167876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4140C5A-9DDD-4408-94E9-CDE290582C1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6" name="Google Shape;2555;p259">
            <a:extLst>
              <a:ext uri="{FF2B5EF4-FFF2-40B4-BE49-F238E27FC236}">
                <a16:creationId xmlns:a16="http://schemas.microsoft.com/office/drawing/2014/main" id="{758C02E6-E34D-4150-850A-8210705681DF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Agrupar 26">
            <a:extLst>
              <a:ext uri="{FF2B5EF4-FFF2-40B4-BE49-F238E27FC236}">
                <a16:creationId xmlns:a16="http://schemas.microsoft.com/office/drawing/2014/main" id="{4FC6EAED-0B43-4834-ACFF-06BF0523C578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F1E209DF-CF67-4F4B-81C4-60C40516D498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1D8E36-B1FD-4BDC-80D2-502BEF80E034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A796CE7C-D54E-4DE9-835F-C729165F7E0F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52ABA1F2-C18B-4DEA-B83F-D7FFBA00F18F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C23127CA-9042-4A97-85B1-4E21B7ED16BB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64E4A837-E984-4769-881E-32BA0D86A77C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43780035-9B43-4496-A16E-5B96CFF0E128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C93F4A4D-DCB7-4BDC-9335-FCA6BFC49B15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9E19034-35F8-4496-8E8E-30916A267220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84861874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">
  <p:cSld name="Custom Layout 1 1 3 1 1 1 1"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9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90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90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90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66" name="Google Shape;966;p90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90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68" name="Google Shape;968;p90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70" name="Google Shape;970;p90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69;p90">
            <a:extLst>
              <a:ext uri="{FF2B5EF4-FFF2-40B4-BE49-F238E27FC236}">
                <a16:creationId xmlns:a16="http://schemas.microsoft.com/office/drawing/2014/main" id="{A6115BD3-9319-480E-B59D-11B966A213B1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CF25016-17B9-40AB-8A90-3C8F1D76AC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0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">
  <p:cSld name="Custom Layout 1 1 3 1 1 1 1 1"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9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9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91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91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77" name="Google Shape;977;p91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91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79" name="Google Shape;979;p91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81" name="Google Shape;981;p91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80;p91">
            <a:extLst>
              <a:ext uri="{FF2B5EF4-FFF2-40B4-BE49-F238E27FC236}">
                <a16:creationId xmlns:a16="http://schemas.microsoft.com/office/drawing/2014/main" id="{6FEC1FEA-F1CA-450B-A8E6-2E7A87C05EE4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85C0A85-8A1B-4A9B-9546-E9B8C6A8DA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70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 1">
  <p:cSld name="Custom Layout 1 1 3 1 1 1 1 1 1"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692;p63">
            <a:extLst>
              <a:ext uri="{FF2B5EF4-FFF2-40B4-BE49-F238E27FC236}">
                <a16:creationId xmlns:a16="http://schemas.microsoft.com/office/drawing/2014/main" id="{F23E6C60-E6BD-4A55-9D4C-9CA66DE74DA3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9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92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92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88" name="Google Shape;988;p92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92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90" name="Google Shape;990;p92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92" name="Google Shape;992;p92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91;p92">
            <a:extLst>
              <a:ext uri="{FF2B5EF4-FFF2-40B4-BE49-F238E27FC236}">
                <a16:creationId xmlns:a16="http://schemas.microsoft.com/office/drawing/2014/main" id="{D99504DC-63AC-4585-A39C-9BB8BC95E3F8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61616C6-F2E5-420D-9304-2E985DB93F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33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 1 1 1">
  <p:cSld name="Custom Layout 1 1 3 1 1 1 1 1 1 1 1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9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9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94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94"/>
          <p:cNvSpPr txBox="1">
            <a:spLocks noGrp="1"/>
          </p:cNvSpPr>
          <p:nvPr>
            <p:ph type="subTitle" idx="1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10" name="Google Shape;1010;p94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011" name="Google Shape;1011;p94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94"/>
          <p:cNvSpPr txBox="1">
            <a:spLocks noGrp="1"/>
          </p:cNvSpPr>
          <p:nvPr>
            <p:ph type="body" idx="2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13" name="Google Shape;1013;p94"/>
          <p:cNvSpPr txBox="1">
            <a:spLocks noGrp="1"/>
          </p:cNvSpPr>
          <p:nvPr>
            <p:ph type="body" idx="3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1014;p94">
            <a:extLst>
              <a:ext uri="{FF2B5EF4-FFF2-40B4-BE49-F238E27FC236}">
                <a16:creationId xmlns:a16="http://schemas.microsoft.com/office/drawing/2014/main" id="{137076C1-D5EE-452E-8BAF-F59F238BB47B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F79AFC9-1E74-4693-9124-54DAD54AB09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72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3">
  <p:cSld name="Custom Layout 1 1 1 3"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96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9" name="Google Shape;1029;p96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42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0" name="Google Shape;1030;p96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31" name="Google Shape;1031;p96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32" name="Google Shape;1032;p96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96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4" name="Google Shape;1034;p96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70F081E-9E5A-4353-A8A7-21B8AB6E14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0282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" preserve="1">
  <p:cSld name="Custom Layout 1 1 1 1 1 2"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112"/>
          <p:cNvSpPr/>
          <p:nvPr/>
        </p:nvSpPr>
        <p:spPr>
          <a:xfrm>
            <a:off x="0" y="5586167"/>
            <a:ext cx="121920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1" name="Google Shape;1181;p112"/>
          <p:cNvCxnSpPr/>
          <p:nvPr/>
        </p:nvCxnSpPr>
        <p:spPr>
          <a:xfrm>
            <a:off x="0" y="2956672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1D1D1B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82" name="Google Shape;1182;p112"/>
          <p:cNvCxnSpPr/>
          <p:nvPr/>
        </p:nvCxnSpPr>
        <p:spPr>
          <a:xfrm>
            <a:off x="0" y="28007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112"/>
          <p:cNvCxnSpPr/>
          <p:nvPr/>
        </p:nvCxnSpPr>
        <p:spPr>
          <a:xfrm>
            <a:off x="0" y="3112633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4" name="Google Shape;1184;p112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5" name="Google Shape;1185;p112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F617DCF-8172-4567-BC8E-CB43373CE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3547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 1" preserve="1">
  <p:cSld name="Custom Layout 1 1 1 1 1 2 1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113"/>
          <p:cNvSpPr/>
          <p:nvPr/>
        </p:nvSpPr>
        <p:spPr>
          <a:xfrm>
            <a:off x="0" y="5586167"/>
            <a:ext cx="121920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13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1" name="Google Shape;1191;p11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924A41A-C820-42A3-86AC-D4E2B155A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855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 1 1" preserve="1">
  <p:cSld name="Custom Layout 1 1 1 1 1 2 1 1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14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6" name="Google Shape;1196;p11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327B351-E675-4BA5-BC0A-B915669EA8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2274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1 1" preserve="1">
  <p:cSld name="Custom Layout 1 1 1 1 1 1 1"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15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115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2" name="Google Shape;1202;p11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024" b="-10024"/>
          <a:stretch/>
        </p:blipFill>
        <p:spPr>
          <a:xfrm>
            <a:off x="8800" y="1194201"/>
            <a:ext cx="12326803" cy="2704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74DAE67-4232-4682-AB13-CB7E3C1880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5902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3 1">
  <p:cSld name="Custom Layout 1 1 1 2 1 3 1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0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065" name="Google Shape;1065;p10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100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8" name="Google Shape;1068;p100"/>
          <p:cNvSpPr txBox="1">
            <a:spLocks noGrp="1"/>
          </p:cNvSpPr>
          <p:nvPr>
            <p:ph type="title"/>
          </p:nvPr>
        </p:nvSpPr>
        <p:spPr>
          <a:xfrm>
            <a:off x="1467367" y="431267"/>
            <a:ext cx="107248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E07235F-23B3-4984-8263-D1AB3726D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43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  <p15:guide id="3" orient="horz" pos="3058">
          <p15:clr>
            <a:srgbClr val="FA7B17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2 1">
  <p:cSld name="Custom Layout 1 1 1 2 1 2 1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101"/>
          <p:cNvSpPr txBox="1">
            <a:spLocks noGrp="1"/>
          </p:cNvSpPr>
          <p:nvPr>
            <p:ph type="subTitle" idx="1"/>
          </p:nvPr>
        </p:nvSpPr>
        <p:spPr>
          <a:xfrm>
            <a:off x="1467367" y="1539284"/>
            <a:ext cx="1072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"/>
              <a:buNone/>
              <a:defRPr sz="1333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2" name="Google Shape;1072;p101"/>
          <p:cNvSpPr txBox="1">
            <a:spLocks noGrp="1"/>
          </p:cNvSpPr>
          <p:nvPr>
            <p:ph type="title"/>
          </p:nvPr>
        </p:nvSpPr>
        <p:spPr>
          <a:xfrm>
            <a:off x="1467367" y="651051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101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4" name="Google Shape;1074;p101"/>
          <p:cNvSpPr txBox="1">
            <a:spLocks noGrp="1"/>
          </p:cNvSpPr>
          <p:nvPr>
            <p:ph type="subTitle" idx="2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13DF5F1-CB77-4F68-BA5E-58207AED22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8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  <p15:guide id="3" orient="horz" pos="3058">
          <p15:clr>
            <a:srgbClr val="FA7B17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2">
  <p:cSld name="Custom Layout 1 1 1 2 1 1 2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02"/>
          <p:cNvSpPr txBox="1">
            <a:spLocks noGrp="1"/>
          </p:cNvSpPr>
          <p:nvPr>
            <p:ph type="body" idx="1"/>
          </p:nvPr>
        </p:nvSpPr>
        <p:spPr>
          <a:xfrm>
            <a:off x="1467367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78" name="Google Shape;1078;p102"/>
          <p:cNvSpPr txBox="1">
            <a:spLocks noGrp="1"/>
          </p:cNvSpPr>
          <p:nvPr>
            <p:ph type="title"/>
          </p:nvPr>
        </p:nvSpPr>
        <p:spPr>
          <a:xfrm>
            <a:off x="1467367" y="1835717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79" name="Google Shape;1079;p102"/>
          <p:cNvSpPr txBox="1">
            <a:spLocks noGrp="1"/>
          </p:cNvSpPr>
          <p:nvPr>
            <p:ph type="body" idx="2"/>
          </p:nvPr>
        </p:nvSpPr>
        <p:spPr>
          <a:xfrm>
            <a:off x="4909128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80" name="Google Shape;1080;p102"/>
          <p:cNvSpPr txBox="1">
            <a:spLocks noGrp="1"/>
          </p:cNvSpPr>
          <p:nvPr>
            <p:ph type="title" idx="3"/>
          </p:nvPr>
        </p:nvSpPr>
        <p:spPr>
          <a:xfrm>
            <a:off x="4909128" y="1835717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1" name="Google Shape;1081;p102"/>
          <p:cNvSpPr txBox="1">
            <a:spLocks noGrp="1"/>
          </p:cNvSpPr>
          <p:nvPr>
            <p:ph type="body" idx="4"/>
          </p:nvPr>
        </p:nvSpPr>
        <p:spPr>
          <a:xfrm>
            <a:off x="8530252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82" name="Google Shape;1082;p102"/>
          <p:cNvSpPr txBox="1">
            <a:spLocks noGrp="1"/>
          </p:cNvSpPr>
          <p:nvPr>
            <p:ph type="title" idx="5"/>
          </p:nvPr>
        </p:nvSpPr>
        <p:spPr>
          <a:xfrm>
            <a:off x="8530269" y="1835717"/>
            <a:ext cx="30800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3" name="Google Shape;1083;p102"/>
          <p:cNvSpPr txBox="1">
            <a:spLocks noGrp="1"/>
          </p:cNvSpPr>
          <p:nvPr>
            <p:ph type="title" idx="6"/>
          </p:nvPr>
        </p:nvSpPr>
        <p:spPr>
          <a:xfrm>
            <a:off x="1467367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4" name="Google Shape;1084;p102"/>
          <p:cNvSpPr txBox="1">
            <a:spLocks noGrp="1"/>
          </p:cNvSpPr>
          <p:nvPr>
            <p:ph type="title" idx="7"/>
          </p:nvPr>
        </p:nvSpPr>
        <p:spPr>
          <a:xfrm>
            <a:off x="4909128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5" name="Google Shape;1085;p102"/>
          <p:cNvSpPr txBox="1">
            <a:spLocks noGrp="1"/>
          </p:cNvSpPr>
          <p:nvPr>
            <p:ph type="title" idx="8"/>
          </p:nvPr>
        </p:nvSpPr>
        <p:spPr>
          <a:xfrm>
            <a:off x="8530252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6" name="Google Shape;1086;p102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087" name="Google Shape;1087;p10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02"/>
          <p:cNvSpPr txBox="1">
            <a:spLocks noGrp="1"/>
          </p:cNvSpPr>
          <p:nvPr>
            <p:ph type="title" idx="9"/>
          </p:nvPr>
        </p:nvSpPr>
        <p:spPr>
          <a:xfrm>
            <a:off x="1200600" y="6312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9" name="Google Shape;1089;p102"/>
          <p:cNvSpPr txBox="1">
            <a:spLocks noGrp="1"/>
          </p:cNvSpPr>
          <p:nvPr>
            <p:ph type="subTitle" idx="13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33143F9-3D0D-4B4E-B5C4-9E01BCA56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86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2" preserve="1">
  <p:cSld name="Custom Layout 1 1 1 2 1 1 1 1 2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0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72"/>
          <a:stretch/>
        </p:blipFill>
        <p:spPr>
          <a:xfrm rot="10800000" flipH="1">
            <a:off x="0" y="-2"/>
            <a:ext cx="12191995" cy="17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104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2" name="Google Shape;1112;p104"/>
          <p:cNvSpPr txBox="1">
            <a:spLocks noGrp="1"/>
          </p:cNvSpPr>
          <p:nvPr>
            <p:ph type="title"/>
          </p:nvPr>
        </p:nvSpPr>
        <p:spPr>
          <a:xfrm>
            <a:off x="1200600" y="6414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10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6BD77BB-68D7-41C4-8E3F-ED2CE8413B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03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2" userDrawn="1">
  <p:cSld name="Custom Layout 1 1 1 2 1 1 1 1 1 2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05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AF887C3-FE4C-4080-BB63-D5ABFD0FC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4451" y="6511679"/>
            <a:ext cx="1254599" cy="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00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2" preserve="1">
  <p:cSld name="1_Custom Layout 1 1 1 2 1 1 1 1 1 2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05"/>
          <p:cNvSpPr/>
          <p:nvPr/>
        </p:nvSpPr>
        <p:spPr>
          <a:xfrm flipH="1">
            <a:off x="8339600" y="6170533"/>
            <a:ext cx="3869600" cy="687600"/>
          </a:xfrm>
          <a:prstGeom prst="round1Rect">
            <a:avLst>
              <a:gd name="adj" fmla="val 3624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7" name="Google Shape;1117;p105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8" name="Google Shape;1118;p10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29919A-9715-4F54-A519-A1207A10E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54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1 1" preserve="1">
  <p:cSld name="Custom Layout 1 1 1 2 1 1 1 1 1 1 1"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06"/>
          <p:cNvSpPr/>
          <p:nvPr/>
        </p:nvSpPr>
        <p:spPr>
          <a:xfrm flipH="1">
            <a:off x="8339600" y="6170533"/>
            <a:ext cx="3869600" cy="687600"/>
          </a:xfrm>
          <a:prstGeom prst="round1Rect">
            <a:avLst>
              <a:gd name="adj" fmla="val 3624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2" name="Google Shape;1122;p106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54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3" name="Google Shape;1123;p106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B9F8BD-6015-402B-9C4C-6330BDAC06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86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2 1" preserve="1">
  <p:cSld name="Custom Layout 1 1 2 1"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07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7" name="Google Shape;1127;p10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D76D0E4-AACA-4DEA-9BA1-860B37E01F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7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  <p15:guide id="2" pos="3633">
          <p15:clr>
            <a:srgbClr val="FA7B17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2" preserve="1">
  <p:cSld name="Custom Layout 1 1 2"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18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1" name="Google Shape;1221;p118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B5D2E9-5364-4CE8-92E9-1C0B9B69CD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9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  <p15:guide id="2" pos="3633">
          <p15:clr>
            <a:srgbClr val="FA7B17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2 1">
  <p:cSld name="Custom Layout 1 1 1 1 2 2 1"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11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111"/>
          <p:cNvSpPr txBox="1">
            <a:spLocks noGrp="1"/>
          </p:cNvSpPr>
          <p:nvPr>
            <p:ph type="subTitle" idx="1"/>
          </p:nvPr>
        </p:nvSpPr>
        <p:spPr>
          <a:xfrm>
            <a:off x="5147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111"/>
          <p:cNvSpPr txBox="1">
            <a:spLocks noGrp="1"/>
          </p:cNvSpPr>
          <p:nvPr>
            <p:ph type="title"/>
          </p:nvPr>
        </p:nvSpPr>
        <p:spPr>
          <a:xfrm>
            <a:off x="5087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111"/>
          <p:cNvSpPr txBox="1">
            <a:spLocks noGrp="1"/>
          </p:cNvSpPr>
          <p:nvPr>
            <p:ph type="body" idx="2"/>
          </p:nvPr>
        </p:nvSpPr>
        <p:spPr>
          <a:xfrm>
            <a:off x="5147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71" name="Google Shape;1171;p111"/>
          <p:cNvSpPr/>
          <p:nvPr/>
        </p:nvSpPr>
        <p:spPr>
          <a:xfrm>
            <a:off x="5158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111"/>
          <p:cNvSpPr/>
          <p:nvPr/>
        </p:nvSpPr>
        <p:spPr>
          <a:xfrm rot="4172101">
            <a:off x="-4840956" y="-4702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3" name="Google Shape;1173;p111"/>
          <p:cNvSpPr>
            <a:spLocks noGrp="1"/>
          </p:cNvSpPr>
          <p:nvPr>
            <p:ph type="pic" idx="3"/>
          </p:nvPr>
        </p:nvSpPr>
        <p:spPr>
          <a:xfrm>
            <a:off x="1248267" y="307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5" name="Google Shape;1175;p111"/>
          <p:cNvSpPr/>
          <p:nvPr/>
        </p:nvSpPr>
        <p:spPr>
          <a:xfrm>
            <a:off x="0" y="6170533"/>
            <a:ext cx="123444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6" name="Google Shape;1176;p111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F7E1594C-AEDA-4C2D-93BD-3A34EBA9356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800" y="3490969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84F76D0-4300-4FB3-91CD-79E58AADE6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84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2" preserve="1">
  <p:cSld name="Custom Layout 1 1 1 1 2 2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08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108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108"/>
          <p:cNvSpPr txBox="1">
            <a:spLocks noGrp="1"/>
          </p:cNvSpPr>
          <p:nvPr>
            <p:ph type="subTitle" idx="1"/>
          </p:nvPr>
        </p:nvSpPr>
        <p:spPr>
          <a:xfrm>
            <a:off x="6163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4" name="Google Shape;1134;p108"/>
          <p:cNvSpPr txBox="1">
            <a:spLocks noGrp="1"/>
          </p:cNvSpPr>
          <p:nvPr>
            <p:ph type="title"/>
          </p:nvPr>
        </p:nvSpPr>
        <p:spPr>
          <a:xfrm>
            <a:off x="6103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5" name="Google Shape;1135;p108"/>
          <p:cNvSpPr txBox="1">
            <a:spLocks noGrp="1"/>
          </p:cNvSpPr>
          <p:nvPr>
            <p:ph type="body" idx="2"/>
          </p:nvPr>
        </p:nvSpPr>
        <p:spPr>
          <a:xfrm>
            <a:off x="6163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36" name="Google Shape;1136;p108"/>
          <p:cNvSpPr/>
          <p:nvPr/>
        </p:nvSpPr>
        <p:spPr>
          <a:xfrm>
            <a:off x="6174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108"/>
          <p:cNvSpPr/>
          <p:nvPr/>
        </p:nvSpPr>
        <p:spPr>
          <a:xfrm rot="4172101">
            <a:off x="-4028156" y="-4194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8" name="Google Shape;1138;p108"/>
          <p:cNvSpPr>
            <a:spLocks noGrp="1"/>
          </p:cNvSpPr>
          <p:nvPr>
            <p:ph type="pic" idx="3"/>
          </p:nvPr>
        </p:nvSpPr>
        <p:spPr>
          <a:xfrm>
            <a:off x="2061067" y="815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3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1F7A73E0-5FD4-4E3C-9FE5-84AF542E41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600" y="3998949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0E55075-E25B-440B-8023-521908D6B3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52440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57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1 1 1" preserve="1">
  <p:cSld name="Custom Layout 1 1 1 1 2 1 1 1"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10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110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110"/>
          <p:cNvSpPr txBox="1">
            <a:spLocks noGrp="1"/>
          </p:cNvSpPr>
          <p:nvPr>
            <p:ph type="subTitle" idx="1"/>
          </p:nvPr>
        </p:nvSpPr>
        <p:spPr>
          <a:xfrm>
            <a:off x="5147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"/>
              <a:buNone/>
              <a:defRPr sz="1600" i="1">
                <a:solidFill>
                  <a:srgbClr val="1D1D1B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9pPr>
          </a:lstStyle>
          <a:p>
            <a:endParaRPr/>
          </a:p>
        </p:txBody>
      </p:sp>
      <p:sp>
        <p:nvSpPr>
          <p:cNvPr id="1157" name="Google Shape;1157;p110"/>
          <p:cNvSpPr txBox="1">
            <a:spLocks noGrp="1"/>
          </p:cNvSpPr>
          <p:nvPr>
            <p:ph type="title"/>
          </p:nvPr>
        </p:nvSpPr>
        <p:spPr>
          <a:xfrm>
            <a:off x="5087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4000"/>
              <a:buFont typeface="Open Sans ExtraBold"/>
              <a:buNone/>
              <a:defRPr sz="5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9pPr>
          </a:lstStyle>
          <a:p>
            <a:endParaRPr/>
          </a:p>
        </p:txBody>
      </p:sp>
      <p:sp>
        <p:nvSpPr>
          <p:cNvPr id="1158" name="Google Shape;1158;p110"/>
          <p:cNvSpPr txBox="1">
            <a:spLocks noGrp="1"/>
          </p:cNvSpPr>
          <p:nvPr>
            <p:ph type="body" idx="2"/>
          </p:nvPr>
        </p:nvSpPr>
        <p:spPr>
          <a:xfrm>
            <a:off x="5147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59" name="Google Shape;1159;p110"/>
          <p:cNvSpPr/>
          <p:nvPr/>
        </p:nvSpPr>
        <p:spPr>
          <a:xfrm>
            <a:off x="5158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110"/>
          <p:cNvSpPr/>
          <p:nvPr/>
        </p:nvSpPr>
        <p:spPr>
          <a:xfrm rot="4172101">
            <a:off x="-4840956" y="-4702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1" name="Google Shape;1161;p110"/>
          <p:cNvSpPr>
            <a:spLocks noGrp="1"/>
          </p:cNvSpPr>
          <p:nvPr>
            <p:ph type="pic" idx="3"/>
          </p:nvPr>
        </p:nvSpPr>
        <p:spPr>
          <a:xfrm>
            <a:off x="1248267" y="307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3" name="Google Shape;1163;p110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4" name="Google Shape;1164;p110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95FE2967-B3FF-4460-849F-805EB638838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800" y="3491101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CB1B220-DAE1-4EE3-9A34-A4B027C408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5990" y="6300495"/>
            <a:ext cx="2022369" cy="42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39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3 1">
  <p:cSld name="Custom Layout 1 1 1 3 1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11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16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7" name="Google Shape;1207;p116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8" name="Google Shape;1208;p116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09" name="Google Shape;1209;p116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0" name="Google Shape;1210;p116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13BE6AA-6A31-449D-A5A8-2FC213CE4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33539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7798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4">
  <p:cSld name="Custom Layout 1 1 1 4"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p1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117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5" name="Google Shape;1215;p117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6" name="Google Shape;1216;p117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7" name="Google Shape;1217;p117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8" name="Google Shape;1218;p117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AA85E2D-DE07-45F2-97B7-7C66E0C316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52440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9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7.xml"/><Relationship Id="rId34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63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53.xml"/><Relationship Id="rId40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61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36" Type="http://schemas.openxmlformats.org/officeDocument/2006/relationships/slideLayout" Target="../slideLayouts/slideLayout52.xml"/><Relationship Id="rId4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47.xml"/><Relationship Id="rId44" Type="http://schemas.openxmlformats.org/officeDocument/2006/relationships/slideLayout" Target="../slideLayouts/slideLayout60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51.xml"/><Relationship Id="rId43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64.xml"/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36.xml"/><Relationship Id="rId41" Type="http://schemas.openxmlformats.org/officeDocument/2006/relationships/slideLayout" Target="../slideLayouts/slideLayout57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91.xml"/><Relationship Id="rId39" Type="http://schemas.openxmlformats.org/officeDocument/2006/relationships/slideLayout" Target="../slideLayouts/slideLayout104.xml"/><Relationship Id="rId21" Type="http://schemas.openxmlformats.org/officeDocument/2006/relationships/slideLayout" Target="../slideLayouts/slideLayout86.xml"/><Relationship Id="rId34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97.xml"/><Relationship Id="rId37" Type="http://schemas.openxmlformats.org/officeDocument/2006/relationships/slideLayout" Target="../slideLayouts/slideLayout102.xml"/><Relationship Id="rId40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3.xml"/><Relationship Id="rId36" Type="http://schemas.openxmlformats.org/officeDocument/2006/relationships/slideLayout" Target="../slideLayouts/slideLayout101.xml"/><Relationship Id="rId49" Type="http://schemas.openxmlformats.org/officeDocument/2006/relationships/theme" Target="../theme/theme3.xml"/><Relationship Id="rId10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84.xml"/><Relationship Id="rId31" Type="http://schemas.openxmlformats.org/officeDocument/2006/relationships/slideLayout" Target="../slideLayouts/slideLayout96.xml"/><Relationship Id="rId44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5.xml"/><Relationship Id="rId35" Type="http://schemas.openxmlformats.org/officeDocument/2006/relationships/slideLayout" Target="../slideLayouts/slideLayout100.xml"/><Relationship Id="rId43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11.xml"/><Relationship Id="rId20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50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68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  <p:sldLayoutId id="2147483724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69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  <p:sldLayoutId id="2147483762" r:id="rId26"/>
    <p:sldLayoutId id="2147483763" r:id="rId27"/>
    <p:sldLayoutId id="2147483764" r:id="rId28"/>
    <p:sldLayoutId id="2147483765" r:id="rId29"/>
    <p:sldLayoutId id="2147483766" r:id="rId30"/>
    <p:sldLayoutId id="2147483767" r:id="rId31"/>
    <p:sldLayoutId id="2147483768" r:id="rId32"/>
    <p:sldLayoutId id="2147483769" r:id="rId33"/>
    <p:sldLayoutId id="2147483770" r:id="rId34"/>
    <p:sldLayoutId id="2147483771" r:id="rId35"/>
    <p:sldLayoutId id="2147483772" r:id="rId36"/>
    <p:sldLayoutId id="2147483773" r:id="rId37"/>
    <p:sldLayoutId id="2147483774" r:id="rId38"/>
    <p:sldLayoutId id="2147483775" r:id="rId39"/>
    <p:sldLayoutId id="2147483776" r:id="rId40"/>
    <p:sldLayoutId id="2147483777" r:id="rId41"/>
    <p:sldLayoutId id="2147483778" r:id="rId42"/>
    <p:sldLayoutId id="2147483779" r:id="rId43"/>
    <p:sldLayoutId id="2147483780" r:id="rId44"/>
    <p:sldLayoutId id="2147483781" r:id="rId45"/>
    <p:sldLayoutId id="2147483782" r:id="rId46"/>
    <p:sldLayoutId id="2147483783" r:id="rId47"/>
    <p:sldLayoutId id="2147483784" r:id="rId4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4.xml"/><Relationship Id="rId6" Type="http://schemas.openxmlformats.org/officeDocument/2006/relationships/image" Target="../media/image96.svg"/><Relationship Id="rId5" Type="http://schemas.openxmlformats.org/officeDocument/2006/relationships/image" Target="../media/image95.svg"/><Relationship Id="rId4" Type="http://schemas.openxmlformats.org/officeDocument/2006/relationships/image" Target="../media/image8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19"/>
          <p:cNvSpPr txBox="1">
            <a:spLocks noGrp="1"/>
          </p:cNvSpPr>
          <p:nvPr>
            <p:ph type="title"/>
          </p:nvPr>
        </p:nvSpPr>
        <p:spPr>
          <a:xfrm>
            <a:off x="888601" y="2081267"/>
            <a:ext cx="5484491" cy="1930800"/>
          </a:xfrm>
          <a:prstGeom prst="rect">
            <a:avLst/>
          </a:prstGeom>
        </p:spPr>
        <p:txBody>
          <a:bodyPr spcFirstLastPara="1" vert="horz" wrap="square" lIns="24000" tIns="24000" rIns="24000" bIns="24000" rtlCol="0" anchor="t" anchorCtr="0">
            <a:noAutofit/>
          </a:bodyPr>
          <a:lstStyle/>
          <a:p>
            <a:r>
              <a:rPr lang="pt-BR" sz="4800" dirty="0"/>
              <a:t>DATA BOARD</a:t>
            </a:r>
            <a:endParaRPr sz="4800" u="sng" dirty="0"/>
          </a:p>
        </p:txBody>
      </p:sp>
      <p:sp>
        <p:nvSpPr>
          <p:cNvPr id="1228" name="Google Shape;1228;p119"/>
          <p:cNvSpPr txBox="1">
            <a:spLocks noGrp="1"/>
          </p:cNvSpPr>
          <p:nvPr>
            <p:ph type="subTitle" idx="1"/>
          </p:nvPr>
        </p:nvSpPr>
        <p:spPr>
          <a:xfrm>
            <a:off x="878729" y="1302171"/>
            <a:ext cx="4487599" cy="365200"/>
          </a:xfrm>
          <a:prstGeom prst="rect">
            <a:avLst/>
          </a:prstGeom>
        </p:spPr>
        <p:txBody>
          <a:bodyPr spcFirstLastPara="1" vert="horz" wrap="square" lIns="24000" tIns="24000" rIns="24000" bIns="24000" rtlCol="0" anchor="t" anchorCtr="0">
            <a:noAutofit/>
          </a:bodyPr>
          <a:lstStyle/>
          <a:p>
            <a:pPr marL="0" indent="0"/>
            <a:r>
              <a:rPr lang="pt-BR"/>
              <a:t>O dado </a:t>
            </a:r>
            <a:r>
              <a:rPr lang="pt-BR" b="1" u="sng"/>
              <a:t>CORRETO</a:t>
            </a:r>
            <a:r>
              <a:rPr lang="pt-BR"/>
              <a:t> na ponta dos </a:t>
            </a:r>
            <a:r>
              <a:rPr lang="pt-BR" b="1" u="sng"/>
              <a:t>NOSSOS </a:t>
            </a:r>
            <a:r>
              <a:rPr lang="pt-BR"/>
              <a:t>Dedos</a:t>
            </a:r>
            <a:endParaRPr/>
          </a:p>
        </p:txBody>
      </p:sp>
      <p:sp>
        <p:nvSpPr>
          <p:cNvPr id="2" name="Google Shape;1228;p119">
            <a:extLst>
              <a:ext uri="{FF2B5EF4-FFF2-40B4-BE49-F238E27FC236}">
                <a16:creationId xmlns:a16="http://schemas.microsoft.com/office/drawing/2014/main" id="{453EFF32-6C03-093A-F0C2-E34548024E9B}"/>
              </a:ext>
            </a:extLst>
          </p:cNvPr>
          <p:cNvSpPr txBox="1">
            <a:spLocks/>
          </p:cNvSpPr>
          <p:nvPr/>
        </p:nvSpPr>
        <p:spPr>
          <a:xfrm>
            <a:off x="878727" y="2578522"/>
            <a:ext cx="4487599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4000" tIns="24000" rIns="24000" bIns="240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 kern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pt-BR" b="1" dirty="0">
                <a:solidFill>
                  <a:srgbClr val="FFFF00"/>
                </a:solidFill>
              </a:rPr>
              <a:t>01/09/2026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4-E086-1113-7B51-25DBFD045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11;p104">
            <a:extLst>
              <a:ext uri="{FF2B5EF4-FFF2-40B4-BE49-F238E27FC236}">
                <a16:creationId xmlns:a16="http://schemas.microsoft.com/office/drawing/2014/main" id="{4BC535D0-A9EE-F873-2500-C6F37F505685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68" t="34209" r="-1" b="23417"/>
          <a:stretch>
            <a:fillRect/>
          </a:stretch>
        </p:blipFill>
        <p:spPr>
          <a:xfrm rot="10800000" flipH="1">
            <a:off x="-1" y="-17591"/>
            <a:ext cx="12191996" cy="47940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95E85AD6-DA94-3971-4479-BE60D1BA0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400" y="32469"/>
            <a:ext cx="8131425" cy="432116"/>
          </a:xfr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pt-BR" sz="2400" dirty="0">
                <a:solidFill>
                  <a:schemeClr val="bg1"/>
                </a:solidFill>
              </a:rPr>
              <a:t>Principais Projetos</a:t>
            </a:r>
          </a:p>
        </p:txBody>
      </p:sp>
    </p:spTree>
    <p:extLst>
      <p:ext uri="{BB962C8B-B14F-4D97-AF65-F5344CB8AC3E}">
        <p14:creationId xmlns:p14="http://schemas.microsoft.com/office/powerpoint/2010/main" val="3999668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96C1B-0633-48A7-B974-B66820C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Muito Obrigado!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52DDCA-1FDE-4D19-B305-951A33E957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3600" b="1" dirty="0"/>
              <a:t>DATA BOARD</a:t>
            </a:r>
          </a:p>
          <a:p>
            <a:r>
              <a:rPr lang="pt-BR" sz="3600" b="1" dirty="0"/>
              <a:t>01/09/2026</a:t>
            </a:r>
          </a:p>
        </p:txBody>
      </p:sp>
    </p:spTree>
    <p:extLst>
      <p:ext uri="{BB962C8B-B14F-4D97-AF65-F5344CB8AC3E}">
        <p14:creationId xmlns:p14="http://schemas.microsoft.com/office/powerpoint/2010/main" val="354984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FE87-C15C-B8EA-93E9-15623F23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D456D85B-5E94-3A1A-71CC-974808A13A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Google Shape;1227;p119">
            <a:extLst>
              <a:ext uri="{FF2B5EF4-FFF2-40B4-BE49-F238E27FC236}">
                <a16:creationId xmlns:a16="http://schemas.microsoft.com/office/drawing/2014/main" id="{E8BD22E0-61E1-0DBE-4B60-FE78B0668885}"/>
              </a:ext>
            </a:extLst>
          </p:cNvPr>
          <p:cNvSpPr txBox="1">
            <a:spLocks/>
          </p:cNvSpPr>
          <p:nvPr/>
        </p:nvSpPr>
        <p:spPr>
          <a:xfrm>
            <a:off x="157079" y="734507"/>
            <a:ext cx="4921793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000" tIns="24000" rIns="24000" bIns="240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b="0" i="1" u="none" strike="noStrike" cap="non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pen Sans ExtraBold"/>
              <a:buNone/>
              <a:tabLst/>
              <a:defRPr/>
            </a:pPr>
            <a:r>
              <a:rPr kumimoji="0" lang="pt-BR" sz="60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/>
                <a:ea typeface="Open Sans ExtraBold"/>
                <a:cs typeface="Open Sans ExtraBold"/>
                <a:sym typeface="Open Sans ExtraBold"/>
              </a:rPr>
              <a:t>     </a:t>
            </a:r>
            <a:r>
              <a:rPr kumimoji="0" lang="pt-BR" sz="9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/>
                <a:ea typeface="Open Sans ExtraBold"/>
                <a:cs typeface="Open Sans ExtraBold"/>
                <a:sym typeface="Open Sans ExtraBold"/>
              </a:rPr>
              <a:t>DATA</a:t>
            </a:r>
            <a:endParaRPr kumimoji="0" lang="pt-BR" sz="6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pen Sans ExtraBold"/>
              <a:buNone/>
              <a:tabLst/>
              <a:defRPr/>
            </a:pPr>
            <a:r>
              <a:rPr kumimoji="0" lang="pt-BR" sz="60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 ExtraBold"/>
                <a:ea typeface="Open Sans ExtraBold"/>
                <a:cs typeface="Open Sans ExtraBold"/>
                <a:sym typeface="Open Sans ExtraBold"/>
              </a:rPr>
              <a:t>TOWN HALL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67CD9982-AD35-4523-CA87-F6A147CC2EC3}"/>
              </a:ext>
            </a:extLst>
          </p:cNvPr>
          <p:cNvSpPr txBox="1"/>
          <p:nvPr/>
        </p:nvSpPr>
        <p:spPr>
          <a:xfrm>
            <a:off x="449537" y="6464782"/>
            <a:ext cx="4584140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Os dados 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CORRETOS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nas pontas dos 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NOSSOS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dedos!</a:t>
            </a:r>
            <a:endParaRPr kumimoji="0" lang="pt-BR" sz="1400" b="1" i="1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FEAF70ED-5AE7-3EB3-0ECA-4DD7A105369F}"/>
              </a:ext>
            </a:extLst>
          </p:cNvPr>
          <p:cNvGrpSpPr/>
          <p:nvPr/>
        </p:nvGrpSpPr>
        <p:grpSpPr>
          <a:xfrm>
            <a:off x="104119" y="6428980"/>
            <a:ext cx="324000" cy="380611"/>
            <a:chOff x="519028" y="6428980"/>
            <a:chExt cx="324000" cy="380611"/>
          </a:xfrm>
        </p:grpSpPr>
        <p:pic>
          <p:nvPicPr>
            <p:cNvPr id="95" name="Gráfico 94" descr="Dedo indicador apontando para a direita estrutura de tópicos">
              <a:extLst>
                <a:ext uri="{FF2B5EF4-FFF2-40B4-BE49-F238E27FC236}">
                  <a16:creationId xmlns:a16="http://schemas.microsoft.com/office/drawing/2014/main" id="{6D73326D-1BE4-76C1-28BD-1E4CDAFF6E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519028" y="6485591"/>
              <a:ext cx="324000" cy="324000"/>
            </a:xfrm>
            <a:prstGeom prst="rect">
              <a:avLst/>
            </a:prstGeom>
          </p:spPr>
        </p:pic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2118E71E-D6D3-90AC-C01B-6C1434EB45F1}"/>
                </a:ext>
              </a:extLst>
            </p:cNvPr>
            <p:cNvCxnSpPr/>
            <p:nvPr/>
          </p:nvCxnSpPr>
          <p:spPr>
            <a:xfrm>
              <a:off x="523530" y="6516236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97">
              <a:extLst>
                <a:ext uri="{FF2B5EF4-FFF2-40B4-BE49-F238E27FC236}">
                  <a16:creationId xmlns:a16="http://schemas.microsoft.com/office/drawing/2014/main" id="{11A00AD6-9DF8-07B7-3D6D-DCCB7C6013DB}"/>
                </a:ext>
              </a:extLst>
            </p:cNvPr>
            <p:cNvCxnSpPr>
              <a:cxnSpLocks/>
            </p:cNvCxnSpPr>
            <p:nvPr/>
          </p:nvCxnSpPr>
          <p:spPr>
            <a:xfrm>
              <a:off x="705130" y="6522134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to 99">
              <a:extLst>
                <a:ext uri="{FF2B5EF4-FFF2-40B4-BE49-F238E27FC236}">
                  <a16:creationId xmlns:a16="http://schemas.microsoft.com/office/drawing/2014/main" id="{418B729A-720F-A923-36DD-6BDD789A1E34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76837" y="6469085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to 101">
              <a:extLst>
                <a:ext uri="{FF2B5EF4-FFF2-40B4-BE49-F238E27FC236}">
                  <a16:creationId xmlns:a16="http://schemas.microsoft.com/office/drawing/2014/main" id="{9107813A-60FB-1058-3A3C-5AA0D15B8B90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553011" y="6469085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to 103">
              <a:extLst>
                <a:ext uri="{FF2B5EF4-FFF2-40B4-BE49-F238E27FC236}">
                  <a16:creationId xmlns:a16="http://schemas.microsoft.com/office/drawing/2014/main" id="{D3C27084-567A-5AE4-3EF8-A635BC3CC75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2643" y="6446980"/>
              <a:ext cx="36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to 105">
              <a:extLst>
                <a:ext uri="{FF2B5EF4-FFF2-40B4-BE49-F238E27FC236}">
                  <a16:creationId xmlns:a16="http://schemas.microsoft.com/office/drawing/2014/main" id="{69981764-8B4A-43B0-DC43-7034191C4DD1}"/>
                </a:ext>
              </a:extLst>
            </p:cNvPr>
            <p:cNvCxnSpPr>
              <a:cxnSpLocks/>
            </p:cNvCxnSpPr>
            <p:nvPr/>
          </p:nvCxnSpPr>
          <p:spPr>
            <a:xfrm rot="1500000">
              <a:off x="705414" y="6575661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reto 107">
              <a:extLst>
                <a:ext uri="{FF2B5EF4-FFF2-40B4-BE49-F238E27FC236}">
                  <a16:creationId xmlns:a16="http://schemas.microsoft.com/office/drawing/2014/main" id="{2B859656-FFC6-A942-8F4A-C379977E8E32}"/>
                </a:ext>
              </a:extLst>
            </p:cNvPr>
            <p:cNvCxnSpPr>
              <a:cxnSpLocks/>
            </p:cNvCxnSpPr>
            <p:nvPr/>
          </p:nvCxnSpPr>
          <p:spPr>
            <a:xfrm rot="20100000" flipH="1">
              <a:off x="529197" y="6575661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4EF5BF2B-7877-4F7C-97D4-98C91DFB1AC1}"/>
                </a:ext>
              </a:extLst>
            </p:cNvPr>
            <p:cNvCxnSpPr>
              <a:cxnSpLocks/>
            </p:cNvCxnSpPr>
            <p:nvPr/>
          </p:nvCxnSpPr>
          <p:spPr>
            <a:xfrm rot="20100000" flipH="1">
              <a:off x="558750" y="6549343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to 111">
              <a:extLst>
                <a:ext uri="{FF2B5EF4-FFF2-40B4-BE49-F238E27FC236}">
                  <a16:creationId xmlns:a16="http://schemas.microsoft.com/office/drawing/2014/main" id="{0C29151B-0FCD-61AD-90C0-3D5A8B58B151}"/>
                </a:ext>
              </a:extLst>
            </p:cNvPr>
            <p:cNvCxnSpPr>
              <a:cxnSpLocks/>
            </p:cNvCxnSpPr>
            <p:nvPr/>
          </p:nvCxnSpPr>
          <p:spPr>
            <a:xfrm rot="1500000">
              <a:off x="711150" y="6544577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reto 113">
              <a:extLst>
                <a:ext uri="{FF2B5EF4-FFF2-40B4-BE49-F238E27FC236}">
                  <a16:creationId xmlns:a16="http://schemas.microsoft.com/office/drawing/2014/main" id="{ABD3B1FC-FEF8-C5BD-5893-E151BDC8D428}"/>
                </a:ext>
              </a:extLst>
            </p:cNvPr>
            <p:cNvCxnSpPr>
              <a:cxnSpLocks/>
            </p:cNvCxnSpPr>
            <p:nvPr/>
          </p:nvCxnSpPr>
          <p:spPr>
            <a:xfrm rot="1500000" flipH="1" flipV="1">
              <a:off x="558750" y="6494578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ector reto 114">
              <a:extLst>
                <a:ext uri="{FF2B5EF4-FFF2-40B4-BE49-F238E27FC236}">
                  <a16:creationId xmlns:a16="http://schemas.microsoft.com/office/drawing/2014/main" id="{2538A336-BE27-7A70-8837-DD11D68F5939}"/>
                </a:ext>
              </a:extLst>
            </p:cNvPr>
            <p:cNvCxnSpPr>
              <a:cxnSpLocks/>
            </p:cNvCxnSpPr>
            <p:nvPr/>
          </p:nvCxnSpPr>
          <p:spPr>
            <a:xfrm rot="20100000" flipV="1">
              <a:off x="711150" y="6489812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ector reto 115">
              <a:extLst>
                <a:ext uri="{FF2B5EF4-FFF2-40B4-BE49-F238E27FC236}">
                  <a16:creationId xmlns:a16="http://schemas.microsoft.com/office/drawing/2014/main" id="{11026F01-CC6C-D94B-D499-E8D91FE3B1BD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68072" y="6466746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reto 117">
              <a:extLst>
                <a:ext uri="{FF2B5EF4-FFF2-40B4-BE49-F238E27FC236}">
                  <a16:creationId xmlns:a16="http://schemas.microsoft.com/office/drawing/2014/main" id="{B0279147-58DC-7BAD-2F3E-88828B36DC75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13304" y="6464279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08A7B790-8BF8-D2C0-40D6-7D7F05C46C71}"/>
              </a:ext>
            </a:extLst>
          </p:cNvPr>
          <p:cNvSpPr txBox="1"/>
          <p:nvPr/>
        </p:nvSpPr>
        <p:spPr>
          <a:xfrm rot="120000">
            <a:off x="6363674" y="5809333"/>
            <a:ext cx="769670" cy="2358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pt-BR"/>
            </a:defPPr>
            <a:lvl1pPr marL="8466" marR="0" lvl="0" indent="0" algn="ctr" defTabSz="91437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33" b="0" i="1" u="none" strike="noStrike" cap="none" spc="0" normalizeH="0" baseline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8466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Confiança</a:t>
            </a: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1FA1104E-9EE5-8E04-C76F-AB4075CE1BDA}"/>
              </a:ext>
            </a:extLst>
          </p:cNvPr>
          <p:cNvSpPr txBox="1"/>
          <p:nvPr/>
        </p:nvSpPr>
        <p:spPr>
          <a:xfrm rot="120000">
            <a:off x="7258628" y="5834074"/>
            <a:ext cx="769670" cy="2358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Qualidade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0B08F77C-44E5-9412-775B-E354E8256F86}"/>
              </a:ext>
            </a:extLst>
          </p:cNvPr>
          <p:cNvSpPr txBox="1"/>
          <p:nvPr/>
        </p:nvSpPr>
        <p:spPr>
          <a:xfrm rot="120000">
            <a:off x="8197289" y="5873307"/>
            <a:ext cx="769670" cy="2358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Agilidade</a:t>
            </a:r>
          </a:p>
        </p:txBody>
      </p:sp>
      <p:sp>
        <p:nvSpPr>
          <p:cNvPr id="257" name="CaixaDeTexto 256">
            <a:extLst>
              <a:ext uri="{FF2B5EF4-FFF2-40B4-BE49-F238E27FC236}">
                <a16:creationId xmlns:a16="http://schemas.microsoft.com/office/drawing/2014/main" id="{065865A2-F5E8-48A8-03A2-88F39A33A658}"/>
              </a:ext>
            </a:extLst>
          </p:cNvPr>
          <p:cNvSpPr txBox="1"/>
          <p:nvPr/>
        </p:nvSpPr>
        <p:spPr>
          <a:xfrm rot="180000">
            <a:off x="9139161" y="5807874"/>
            <a:ext cx="769670" cy="3794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Melhores decisões</a:t>
            </a:r>
          </a:p>
        </p:txBody>
      </p:sp>
      <p:pic>
        <p:nvPicPr>
          <p:cNvPr id="263" name="Gráfico 262" descr="Banco de dados com preenchimento sólido">
            <a:extLst>
              <a:ext uri="{FF2B5EF4-FFF2-40B4-BE49-F238E27FC236}">
                <a16:creationId xmlns:a16="http://schemas.microsoft.com/office/drawing/2014/main" id="{CB1FB0E9-2F1E-DBFB-CEF8-426A397DF7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9500" y="423611"/>
            <a:ext cx="1368000" cy="1368000"/>
          </a:xfrm>
          <a:prstGeom prst="rect">
            <a:avLst/>
          </a:prstGeom>
        </p:spPr>
      </p:pic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A4008F43-9BD7-C06A-E45D-FCDEE5B52D81}"/>
              </a:ext>
            </a:extLst>
          </p:cNvPr>
          <p:cNvSpPr txBox="1"/>
          <p:nvPr/>
        </p:nvSpPr>
        <p:spPr>
          <a:xfrm>
            <a:off x="144622" y="3168459"/>
            <a:ext cx="4323684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Construindo o futuro dos dados, </a:t>
            </a:r>
            <a:r>
              <a:rPr kumimoji="0" lang="pt-BR" sz="3200" b="1" i="1" u="sng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juntos</a:t>
            </a:r>
            <a:r>
              <a:rPr kumimoji="0" lang="pt-BR" sz="3200" b="0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.</a:t>
            </a:r>
            <a:endParaRPr kumimoji="0" lang="pt-BR" sz="3200" b="0" i="1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pic>
        <p:nvPicPr>
          <p:cNvPr id="278" name="Gráfico 277" descr="Calendário mensal com preenchimento sólido">
            <a:extLst>
              <a:ext uri="{FF2B5EF4-FFF2-40B4-BE49-F238E27FC236}">
                <a16:creationId xmlns:a16="http://schemas.microsoft.com/office/drawing/2014/main" id="{985A34E1-680A-9256-90D0-B3C285CE7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437" y="4947139"/>
            <a:ext cx="540000" cy="540000"/>
          </a:xfrm>
          <a:prstGeom prst="rect">
            <a:avLst/>
          </a:prstGeom>
        </p:spPr>
      </p:pic>
      <p:sp>
        <p:nvSpPr>
          <p:cNvPr id="281" name="CaixaDeTexto 280">
            <a:extLst>
              <a:ext uri="{FF2B5EF4-FFF2-40B4-BE49-F238E27FC236}">
                <a16:creationId xmlns:a16="http://schemas.microsoft.com/office/drawing/2014/main" id="{9D005BDC-4F9B-7F3B-4F15-4A68F3CB6A76}"/>
              </a:ext>
            </a:extLst>
          </p:cNvPr>
          <p:cNvSpPr txBox="1"/>
          <p:nvPr/>
        </p:nvSpPr>
        <p:spPr>
          <a:xfrm>
            <a:off x="862523" y="5017084"/>
            <a:ext cx="1492716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13/07/2026</a:t>
            </a:r>
            <a:endParaRPr kumimoji="0" lang="pt-BR" sz="2000" b="0" i="1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pic>
        <p:nvPicPr>
          <p:cNvPr id="285" name="Gráfico 284" descr="Usuários com preenchimento sólido">
            <a:extLst>
              <a:ext uri="{FF2B5EF4-FFF2-40B4-BE49-F238E27FC236}">
                <a16:creationId xmlns:a16="http://schemas.microsoft.com/office/drawing/2014/main" id="{C1B27CDD-78FD-ADD4-FBF6-CD1688A73B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9437" y="5489589"/>
            <a:ext cx="540000" cy="540000"/>
          </a:xfrm>
          <a:prstGeom prst="rect">
            <a:avLst/>
          </a:prstGeom>
        </p:spPr>
      </p:pic>
      <p:sp>
        <p:nvSpPr>
          <p:cNvPr id="292" name="CaixaDeTexto 291">
            <a:extLst>
              <a:ext uri="{FF2B5EF4-FFF2-40B4-BE49-F238E27FC236}">
                <a16:creationId xmlns:a16="http://schemas.microsoft.com/office/drawing/2014/main" id="{D07FF8C3-8B47-C1B2-900B-1F6A5AE93E0F}"/>
              </a:ext>
            </a:extLst>
          </p:cNvPr>
          <p:cNvSpPr txBox="1"/>
          <p:nvPr/>
        </p:nvSpPr>
        <p:spPr>
          <a:xfrm>
            <a:off x="862523" y="5559534"/>
            <a:ext cx="1856598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Time de Dados</a:t>
            </a:r>
            <a:endParaRPr kumimoji="0" lang="pt-BR" sz="2000" b="0" i="1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cxnSp>
        <p:nvCxnSpPr>
          <p:cNvPr id="303" name="Conector reto 302">
            <a:extLst>
              <a:ext uri="{FF2B5EF4-FFF2-40B4-BE49-F238E27FC236}">
                <a16:creationId xmlns:a16="http://schemas.microsoft.com/office/drawing/2014/main" id="{9829106F-EAD6-091A-7D11-9EA3FAD70EDB}"/>
              </a:ext>
            </a:extLst>
          </p:cNvPr>
          <p:cNvCxnSpPr>
            <a:cxnSpLocks/>
          </p:cNvCxnSpPr>
          <p:nvPr/>
        </p:nvCxnSpPr>
        <p:spPr>
          <a:xfrm>
            <a:off x="235733" y="2826313"/>
            <a:ext cx="126000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C5955AEC-7EA6-7FD8-6E4F-0031A0238580}"/>
              </a:ext>
            </a:extLst>
          </p:cNvPr>
          <p:cNvGrpSpPr/>
          <p:nvPr/>
        </p:nvGrpSpPr>
        <p:grpSpPr>
          <a:xfrm>
            <a:off x="1653789" y="2564703"/>
            <a:ext cx="1789194" cy="523220"/>
            <a:chOff x="1315622" y="2225336"/>
            <a:chExt cx="1789194" cy="523220"/>
          </a:xfrm>
        </p:grpSpPr>
        <p:sp>
          <p:nvSpPr>
            <p:cNvPr id="295" name="CaixaDeTexto 294">
              <a:extLst>
                <a:ext uri="{FF2B5EF4-FFF2-40B4-BE49-F238E27FC236}">
                  <a16:creationId xmlns:a16="http://schemas.microsoft.com/office/drawing/2014/main" id="{970CDD21-9994-3665-FEC0-3086E0B3511D}"/>
                </a:ext>
              </a:extLst>
            </p:cNvPr>
            <p:cNvSpPr txBox="1"/>
            <p:nvPr/>
          </p:nvSpPr>
          <p:spPr>
            <a:xfrm>
              <a:off x="1315622" y="2225336"/>
              <a:ext cx="644728" cy="52322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1" u="none" strike="noStrike" kern="1200" cap="none" spc="0" normalizeH="0" baseline="0" noProof="0">
                  <a:ln>
                    <a:noFill/>
                  </a:ln>
                  <a:solidFill>
                    <a:srgbClr val="F3F6FB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Q2</a:t>
              </a:r>
              <a:endParaRPr kumimoji="0" lang="pt-BR" sz="28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298" name="CaixaDeTexto 297">
              <a:extLst>
                <a:ext uri="{FF2B5EF4-FFF2-40B4-BE49-F238E27FC236}">
                  <a16:creationId xmlns:a16="http://schemas.microsoft.com/office/drawing/2014/main" id="{A1FB7DEA-D479-5A44-62FB-42350C24238C}"/>
                </a:ext>
              </a:extLst>
            </p:cNvPr>
            <p:cNvSpPr txBox="1"/>
            <p:nvPr/>
          </p:nvSpPr>
          <p:spPr>
            <a:xfrm>
              <a:off x="2131473" y="2225336"/>
              <a:ext cx="973343" cy="52322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1" u="none" strike="noStrike" kern="1200" cap="none" spc="0" normalizeH="0" baseline="0" noProof="0">
                  <a:ln>
                    <a:noFill/>
                  </a:ln>
                  <a:solidFill>
                    <a:srgbClr val="F3F6FB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2026</a:t>
              </a:r>
              <a:endParaRPr kumimoji="0" lang="pt-BR" sz="28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307" name="Fluxograma: Conector 306">
              <a:extLst>
                <a:ext uri="{FF2B5EF4-FFF2-40B4-BE49-F238E27FC236}">
                  <a16:creationId xmlns:a16="http://schemas.microsoft.com/office/drawing/2014/main" id="{3B3D8CA3-B224-D57D-BBDB-88F4C16840BD}"/>
                </a:ext>
              </a:extLst>
            </p:cNvPr>
            <p:cNvSpPr/>
            <p:nvPr/>
          </p:nvSpPr>
          <p:spPr>
            <a:xfrm>
              <a:off x="2001339" y="2432946"/>
              <a:ext cx="108000" cy="108000"/>
            </a:xfrm>
            <a:prstGeom prst="flowChartConnec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08" name="Conector reto 307">
            <a:extLst>
              <a:ext uri="{FF2B5EF4-FFF2-40B4-BE49-F238E27FC236}">
                <a16:creationId xmlns:a16="http://schemas.microsoft.com/office/drawing/2014/main" id="{32C03480-9ACF-A38F-3F1D-8A19A4A1B612}"/>
              </a:ext>
            </a:extLst>
          </p:cNvPr>
          <p:cNvCxnSpPr>
            <a:cxnSpLocks/>
          </p:cNvCxnSpPr>
          <p:nvPr/>
        </p:nvCxnSpPr>
        <p:spPr>
          <a:xfrm>
            <a:off x="3601040" y="2826313"/>
            <a:ext cx="126000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ector reto 312">
            <a:extLst>
              <a:ext uri="{FF2B5EF4-FFF2-40B4-BE49-F238E27FC236}">
                <a16:creationId xmlns:a16="http://schemas.microsoft.com/office/drawing/2014/main" id="{60EA960E-B15E-CACE-2F56-8C66D14CB9BE}"/>
              </a:ext>
            </a:extLst>
          </p:cNvPr>
          <p:cNvCxnSpPr>
            <a:cxnSpLocks/>
          </p:cNvCxnSpPr>
          <p:nvPr/>
        </p:nvCxnSpPr>
        <p:spPr>
          <a:xfrm>
            <a:off x="235733" y="4515282"/>
            <a:ext cx="460800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CaixaDeTexto 315">
            <a:extLst>
              <a:ext uri="{FF2B5EF4-FFF2-40B4-BE49-F238E27FC236}">
                <a16:creationId xmlns:a16="http://schemas.microsoft.com/office/drawing/2014/main" id="{CF0FA075-8A0A-70D9-42B8-9476CD076891}"/>
              </a:ext>
            </a:extLst>
          </p:cNvPr>
          <p:cNvSpPr txBox="1"/>
          <p:nvPr/>
        </p:nvSpPr>
        <p:spPr>
          <a:xfrm rot="60000">
            <a:off x="9344522" y="2117642"/>
            <a:ext cx="572709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pt-BR"/>
            </a:defPPr>
            <a:lvl1pPr marL="8466" marR="0" lvl="0" indent="0" algn="ctr" defTabSz="91437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33" b="0" i="1" u="none" strike="noStrike" cap="none" spc="0" normalizeH="0" baseline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8466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1" u="none" strike="noStrike" kern="1200" cap="none" spc="0" normalizeH="0" baseline="0" noProof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1,596</a:t>
            </a:r>
          </a:p>
        </p:txBody>
      </p:sp>
      <p:sp>
        <p:nvSpPr>
          <p:cNvPr id="319" name="CaixaDeTexto 318">
            <a:extLst>
              <a:ext uri="{FF2B5EF4-FFF2-40B4-BE49-F238E27FC236}">
                <a16:creationId xmlns:a16="http://schemas.microsoft.com/office/drawing/2014/main" id="{0F88E82B-C4F6-3747-0B73-928854F48539}"/>
              </a:ext>
            </a:extLst>
          </p:cNvPr>
          <p:cNvSpPr txBox="1"/>
          <p:nvPr/>
        </p:nvSpPr>
        <p:spPr>
          <a:xfrm rot="60000">
            <a:off x="9944615" y="2117643"/>
            <a:ext cx="572709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pt-BR"/>
            </a:defPPr>
            <a:lvl1pPr marL="8466" marR="0" lvl="0" indent="0" algn="ctr" defTabSz="91437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33" b="0" i="1" u="none" strike="noStrike" cap="none" spc="0" normalizeH="0" baseline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8466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1" u="none" strike="noStrike" kern="1200" cap="none" spc="0" normalizeH="0" baseline="0" noProof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98,3%</a:t>
            </a:r>
          </a:p>
        </p:txBody>
      </p: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64CA34B3-24DC-B2E1-72D3-D8D8605338BC}"/>
              </a:ext>
            </a:extLst>
          </p:cNvPr>
          <p:cNvSpPr txBox="1"/>
          <p:nvPr/>
        </p:nvSpPr>
        <p:spPr>
          <a:xfrm rot="60000">
            <a:off x="9344522" y="2670285"/>
            <a:ext cx="572709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pt-BR"/>
            </a:defPPr>
            <a:lvl1pPr marL="8466" marR="0" lvl="0" indent="0" algn="ctr" defTabSz="91437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33" b="0" i="1" u="none" strike="noStrike" cap="none" spc="0" normalizeH="0" baseline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8466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1" u="none" strike="noStrike" kern="1200" cap="none" spc="0" normalizeH="0" baseline="0" noProof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45</a:t>
            </a:r>
          </a:p>
        </p:txBody>
      </p:sp>
      <p:sp>
        <p:nvSpPr>
          <p:cNvPr id="325" name="CaixaDeTexto 324">
            <a:extLst>
              <a:ext uri="{FF2B5EF4-FFF2-40B4-BE49-F238E27FC236}">
                <a16:creationId xmlns:a16="http://schemas.microsoft.com/office/drawing/2014/main" id="{5A00FFFE-EE34-34E0-40B7-7AA0B0B6C1DC}"/>
              </a:ext>
            </a:extLst>
          </p:cNvPr>
          <p:cNvSpPr txBox="1"/>
          <p:nvPr/>
        </p:nvSpPr>
        <p:spPr>
          <a:xfrm rot="60000">
            <a:off x="9944615" y="2670286"/>
            <a:ext cx="572709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pt-BR"/>
            </a:defPPr>
            <a:lvl1pPr marL="8466" marR="0" lvl="0" indent="0" algn="ctr" defTabSz="91437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33" b="0" i="1" u="none" strike="noStrike" cap="none" spc="0" normalizeH="0" baseline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8466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1" u="none" strike="noStrike" kern="1200" cap="none" spc="0" normalizeH="0" baseline="0" noProof="0">
                <a:ln>
                  <a:noFill/>
                </a:ln>
                <a:solidFill>
                  <a:srgbClr val="0596C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7,8 TB</a:t>
            </a:r>
          </a:p>
        </p:txBody>
      </p:sp>
    </p:spTree>
    <p:extLst>
      <p:ext uri="{BB962C8B-B14F-4D97-AF65-F5344CB8AC3E}">
        <p14:creationId xmlns:p14="http://schemas.microsoft.com/office/powerpoint/2010/main" val="2696507259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 de Encerramen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 Internos (Conteúd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lides Internos (Conteúd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aee3c98-5afb-4ee4-b5e6-27a2e3a2be5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3F00AFC3F748489CE8CA482A88FE85" ma:contentTypeVersion="11" ma:contentTypeDescription="Create a new document." ma:contentTypeScope="" ma:versionID="49c08edcefc2fbef16f65d8036e4cd29">
  <xsd:schema xmlns:xsd="http://www.w3.org/2001/XMLSchema" xmlns:xs="http://www.w3.org/2001/XMLSchema" xmlns:p="http://schemas.microsoft.com/office/2006/metadata/properties" xmlns:ns2="caee3c98-5afb-4ee4-b5e6-27a2e3a2be56" targetNamespace="http://schemas.microsoft.com/office/2006/metadata/properties" ma:root="true" ma:fieldsID="ac050fe1390641047b8a3e9b416250b1" ns2:_="">
    <xsd:import namespace="caee3c98-5afb-4ee4-b5e6-27a2e3a2be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ee3c98-5afb-4ee4-b5e6-27a2e3a2be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ddf4e36-cd5a-4bcc-8f30-9ee2f169a8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BF742C-3C85-482D-B59A-054266730607}">
  <ds:schemaRefs>
    <ds:schemaRef ds:uri="caee3c98-5afb-4ee4-b5e6-27a2e3a2be5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D228A2C-C1F9-4900-AC97-07F07B44D4FB}">
  <ds:schemaRefs>
    <ds:schemaRef ds:uri="caee3c98-5afb-4ee4-b5e6-27a2e3a2be5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532424-8C56-4D09-97D1-57683AC7F9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58</Words>
  <Application>Microsoft Office PowerPoint</Application>
  <PresentationFormat>Widescreen</PresentationFormat>
  <Paragraphs>24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Slides de Encerramento</vt:lpstr>
      <vt:lpstr>Slides Internos (Conteúdo)</vt:lpstr>
      <vt:lpstr>1_Slides Internos (Conteúdo)</vt:lpstr>
      <vt:lpstr>DATA BOARD</vt:lpstr>
      <vt:lpstr>Principais Projetos</vt:lpstr>
      <vt:lpstr>Muito Obrigado!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Caio Quaia Barcala</dc:creator>
  <cp:lastModifiedBy>Caio Quaia Barcala</cp:lastModifiedBy>
  <cp:revision>4</cp:revision>
  <dcterms:created xsi:type="dcterms:W3CDTF">2026-06-11T21:48:59Z</dcterms:created>
  <dcterms:modified xsi:type="dcterms:W3CDTF">2026-09-25T01:32:13Z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0x010100963F00AFC3F748489CE8CA482A88FE85</vt:lpwstr>
  </property>
  <property fmtid="{D5CDD505-2E9C-101B-9397-08002B2CF9AE}" pid="3" name="MediaServiceImageTags">
    <vt:lpwstr/>
  </property>
</Properties>
</file>