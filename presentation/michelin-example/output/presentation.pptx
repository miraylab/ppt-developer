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685" r:id="rId5"/>
    <p:sldMasterId id="2147483736" r:id="rId6"/>
  </p:sldMasterIdLst>
  <p:notesMasterIdLst>
    <p:notesMasterId r:id="rId11"/>
  </p:notesMasterIdLst>
  <p:sldIdLst>
    <p:sldId id="2147483620" r:id="rId7"/>
    <p:sldId id="2147483621" r:id="rId8"/>
    <p:sldId id="2147483622" r:id="rId9"/>
    <p:sldId id="214748362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65"/>
    <a:srgbClr val="0070C0"/>
    <a:srgbClr val="02399A"/>
    <a:srgbClr val="27509B"/>
    <a:srgbClr val="0596C1"/>
    <a:srgbClr val="FFEFEF"/>
    <a:srgbClr val="EFE5F7"/>
    <a:srgbClr val="FFFFFF"/>
    <a:srgbClr val="FEFEFA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05AFE8-0E3E-4024-929A-7F169670BCD3}" v="3" dt="2026-08-21T11:38:22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D88F0-231B-42E0-A374-AB734D799DE2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03E9F-747C-4FB0-8DE9-BE159417D1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80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109743ac32a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1225" name="Google Shape;1225;g109743ac32a_2_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7CB3-935C-6769-5AEF-20BC96D6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8C9843-92A7-D8EC-4AE7-F3FCDA68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C41383-48F1-047C-AF9D-70E2FB661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515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0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3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8.png"/><Relationship Id="rId7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image" Target="../media/image59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6.svg"/><Relationship Id="rId5" Type="http://schemas.openxmlformats.org/officeDocument/2006/relationships/image" Target="../media/image85.svg"/><Relationship Id="rId4" Type="http://schemas.openxmlformats.org/officeDocument/2006/relationships/image" Target="../media/image84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0.png"/><Relationship Id="rId7" Type="http://schemas.openxmlformats.org/officeDocument/2006/relationships/image" Target="../media/image93.png"/><Relationship Id="rId2" Type="http://schemas.openxmlformats.org/officeDocument/2006/relationships/image" Target="../media/image8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35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7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png"/><Relationship Id="rId7" Type="http://schemas.openxmlformats.org/officeDocument/2006/relationships/image" Target="../media/image2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3.png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8.png"/><Relationship Id="rId7" Type="http://schemas.openxmlformats.org/officeDocument/2006/relationships/image" Target="../media/image3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7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image" Target="../media/image59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2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45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4.png"/><Relationship Id="rId4" Type="http://schemas.openxmlformats.org/officeDocument/2006/relationships/image" Target="../media/image23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3" preserve="1">
  <p:cSld name="Title and Content 1 2 1 1 3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3235;p321">
            <a:extLst>
              <a:ext uri="{FF2B5EF4-FFF2-40B4-BE49-F238E27FC236}">
                <a16:creationId xmlns:a16="http://schemas.microsoft.com/office/drawing/2014/main" id="{E1472E19-8F7B-4680-8693-1906A6B42DE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19" y="-31912"/>
            <a:ext cx="12254520" cy="68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4"/>
          <p:cNvSpPr txBox="1">
            <a:spLocks noGrp="1"/>
          </p:cNvSpPr>
          <p:nvPr>
            <p:ph type="subTitle" idx="1"/>
          </p:nvPr>
        </p:nvSpPr>
        <p:spPr>
          <a:xfrm>
            <a:off x="878735" y="3027324"/>
            <a:ext cx="5234000" cy="1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3" name="Google Shape;553;p4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4"/>
          <p:cNvSpPr txBox="1">
            <a:spLocks noGrp="1"/>
          </p:cNvSpPr>
          <p:nvPr>
            <p:ph type="title"/>
          </p:nvPr>
        </p:nvSpPr>
        <p:spPr>
          <a:xfrm>
            <a:off x="860600" y="1805600"/>
            <a:ext cx="50184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44"/>
          <p:cNvSpPr txBox="1">
            <a:spLocks noGrp="1"/>
          </p:cNvSpPr>
          <p:nvPr>
            <p:ph type="subTitle" idx="2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" name="Google Shape;557;p44">
            <a:extLst>
              <a:ext uri="{FF2B5EF4-FFF2-40B4-BE49-F238E27FC236}">
                <a16:creationId xmlns:a16="http://schemas.microsoft.com/office/drawing/2014/main" id="{71FC45AF-AD32-4515-BA11-64930A8EBC8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9BDBB30-7EF4-4E45-B8A4-EA6DF2B34E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3" preserve="1">
  <p:cSld name="Title and Content 1 2 1 1 2 3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5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5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45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64;p45">
            <a:extLst>
              <a:ext uri="{FF2B5EF4-FFF2-40B4-BE49-F238E27FC236}">
                <a16:creationId xmlns:a16="http://schemas.microsoft.com/office/drawing/2014/main" id="{E2CCCACB-7A7D-40C5-8615-1ED12028BA6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4245EAB-BC1D-40A7-9041-53D2B42EF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16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2 1" preserve="1">
  <p:cSld name="Title and Content 1 2 1 1 2 2 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768;p70">
            <a:extLst>
              <a:ext uri="{FF2B5EF4-FFF2-40B4-BE49-F238E27FC236}">
                <a16:creationId xmlns:a16="http://schemas.microsoft.com/office/drawing/2014/main" id="{2CC42342-318C-4138-AB43-B0C4CE69D7DF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6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46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71;p46">
            <a:extLst>
              <a:ext uri="{FF2B5EF4-FFF2-40B4-BE49-F238E27FC236}">
                <a16:creationId xmlns:a16="http://schemas.microsoft.com/office/drawing/2014/main" id="{0813D2BA-05A6-4CA5-87CA-1F7802858E7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9A24301-6580-41B1-9D96-DD8B11FB07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66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6" preserve="1">
  <p:cSld name="Title and Content 1 2 1 1 2 1 6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4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7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7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47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78;p47">
            <a:extLst>
              <a:ext uri="{FF2B5EF4-FFF2-40B4-BE49-F238E27FC236}">
                <a16:creationId xmlns:a16="http://schemas.microsoft.com/office/drawing/2014/main" id="{5DB60511-C6A4-4DF8-93FE-07579AC9B88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04BB7F6-3BEA-493B-86C6-7A5F7A50362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87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5 1" preserve="1">
  <p:cSld name="Title and Content 1 2 1 1 2 1 5 1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48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85;p48">
            <a:extLst>
              <a:ext uri="{FF2B5EF4-FFF2-40B4-BE49-F238E27FC236}">
                <a16:creationId xmlns:a16="http://schemas.microsoft.com/office/drawing/2014/main" id="{478C9959-F2B2-421C-B5BC-49C0959D415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9219476-44D3-497C-BFFA-4C4ED3785F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1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4 1" preserve="1">
  <p:cSld name="Title and Content 1 2 1 1 2 1 4 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3360;p334">
            <a:extLst>
              <a:ext uri="{FF2B5EF4-FFF2-40B4-BE49-F238E27FC236}">
                <a16:creationId xmlns:a16="http://schemas.microsoft.com/office/drawing/2014/main" id="{A12DFF3D-B7AF-4212-9028-99BB70CF2532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999" y="-117820"/>
            <a:ext cx="12258709" cy="698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9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49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592;p49">
            <a:extLst>
              <a:ext uri="{FF2B5EF4-FFF2-40B4-BE49-F238E27FC236}">
                <a16:creationId xmlns:a16="http://schemas.microsoft.com/office/drawing/2014/main" id="{3D043117-9631-4C2B-9D87-559D6819CCD2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401D648-E7DB-475A-998F-816233D110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5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3 1" preserve="1">
  <p:cSld name="Title and Content 1 2 1 1 2 1 3 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352;p333">
            <a:extLst>
              <a:ext uri="{FF2B5EF4-FFF2-40B4-BE49-F238E27FC236}">
                <a16:creationId xmlns:a16="http://schemas.microsoft.com/office/drawing/2014/main" id="{4DEDAB07-A2CA-4B2C-B3FA-98DA8D71953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19" y="-31912"/>
            <a:ext cx="12254520" cy="689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0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50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" name="Google Shape;599;p50">
            <a:extLst>
              <a:ext uri="{FF2B5EF4-FFF2-40B4-BE49-F238E27FC236}">
                <a16:creationId xmlns:a16="http://schemas.microsoft.com/office/drawing/2014/main" id="{B095DFED-DC50-4204-8C41-D1E99DFD3A5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A2BD605-5BFA-4135-AD7D-ADC8FB05DD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37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2 2" preserve="1">
  <p:cSld name="Title and Content 1 2 1 1 2 1 2 2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5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5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1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51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06;p51">
            <a:extLst>
              <a:ext uri="{FF2B5EF4-FFF2-40B4-BE49-F238E27FC236}">
                <a16:creationId xmlns:a16="http://schemas.microsoft.com/office/drawing/2014/main" id="{986819B1-E796-4595-A73B-F80DD5013CF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CB0D030-F073-4043-AF69-9B5E03EDDE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9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2 1 2" preserve="1">
  <p:cSld name="Title and Content 1 2 1 1 2 1 2 1 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2743;p274">
            <a:extLst>
              <a:ext uri="{FF2B5EF4-FFF2-40B4-BE49-F238E27FC236}">
                <a16:creationId xmlns:a16="http://schemas.microsoft.com/office/drawing/2014/main" id="{55E8959E-3450-494B-949E-0529444C67CC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33" y="-31909"/>
            <a:ext cx="12254533" cy="68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2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2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C188B8B-4185-4467-B83A-E87E46A6F1B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  <p:pic>
        <p:nvPicPr>
          <p:cNvPr id="12" name="Google Shape;599;p50">
            <a:extLst>
              <a:ext uri="{FF2B5EF4-FFF2-40B4-BE49-F238E27FC236}">
                <a16:creationId xmlns:a16="http://schemas.microsoft.com/office/drawing/2014/main" id="{72791390-06A5-44CA-9667-39E25A0452F8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5511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2 1 1 1" preserve="1">
  <p:cSld name="Title and Content 1 2 1 1 2 1 2 1 1 1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5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3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53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20;p53">
            <a:extLst>
              <a:ext uri="{FF2B5EF4-FFF2-40B4-BE49-F238E27FC236}">
                <a16:creationId xmlns:a16="http://schemas.microsoft.com/office/drawing/2014/main" id="{62E96DE3-74BA-448C-AF00-080E5ACB7BB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7" y="30934"/>
            <a:ext cx="1886003" cy="1142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E8CF0A5-7423-41E6-808A-D352A8EE49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2" preserve="1">
  <p:cSld name="Title and Content 1 2 1 1 2 1 1 2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5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5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4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54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27;p54">
            <a:extLst>
              <a:ext uri="{FF2B5EF4-FFF2-40B4-BE49-F238E27FC236}">
                <a16:creationId xmlns:a16="http://schemas.microsoft.com/office/drawing/2014/main" id="{2B996BB5-ECAA-472E-A779-22AFDAEA862F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7F72D77-B09B-486C-97CA-EFD15B65AA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6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3" preserve="1">
  <p:cSld name="Title and Content 1 2 1 1 2 1 1 1 1 3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3212;p319">
            <a:extLst>
              <a:ext uri="{FF2B5EF4-FFF2-40B4-BE49-F238E27FC236}">
                <a16:creationId xmlns:a16="http://schemas.microsoft.com/office/drawing/2014/main" id="{A1699CEC-A097-434A-9B95-1ED3AFBD802A}"/>
              </a:ext>
            </a:extLst>
          </p:cNvPr>
          <p:cNvPicPr preferRelativeResize="0"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9" y="-27379"/>
            <a:ext cx="12283141" cy="689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5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5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3" name="Google Shape;633;p55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34;p55">
            <a:extLst>
              <a:ext uri="{FF2B5EF4-FFF2-40B4-BE49-F238E27FC236}">
                <a16:creationId xmlns:a16="http://schemas.microsoft.com/office/drawing/2014/main" id="{A5E2AC91-3697-4FF5-A4F2-B4B762F2F8CA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2E83F88-C637-4055-B216-CB262DA52B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5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2 1" preserve="1">
  <p:cSld name="Title and Content 1 2 1 1 2 1 1 1 1 2 1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7E0434E-AA6F-43AF-BFE9-8DF9D7717F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"/>
            <a:ext cx="12192000" cy="7348764"/>
          </a:xfrm>
          <a:prstGeom prst="rect">
            <a:avLst/>
          </a:prstGeom>
        </p:spPr>
      </p:pic>
      <p:pic>
        <p:nvPicPr>
          <p:cNvPr id="637" name="Google Shape;637;p56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56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56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41;p56">
            <a:extLst>
              <a:ext uri="{FF2B5EF4-FFF2-40B4-BE49-F238E27FC236}">
                <a16:creationId xmlns:a16="http://schemas.microsoft.com/office/drawing/2014/main" id="{FD70D375-9A1B-41A2-A743-564396346655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709785C-A6CD-4528-8F61-8738DA58CB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37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1 2" preserve="1">
  <p:cSld name="Title and Content 1 2 1 1 2 1 1 1 1 1 2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3308;p328">
            <a:extLst>
              <a:ext uri="{FF2B5EF4-FFF2-40B4-BE49-F238E27FC236}">
                <a16:creationId xmlns:a16="http://schemas.microsoft.com/office/drawing/2014/main" id="{AE171DE6-068E-4731-B2D2-96EDABDE0FF9}"/>
              </a:ext>
            </a:extLst>
          </p:cNvPr>
          <p:cNvPicPr preferRelativeResize="0"/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3996"/>
            <a:ext cx="12310533" cy="695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7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7"/>
          <p:cNvSpPr txBox="1">
            <a:spLocks noGrp="1"/>
          </p:cNvSpPr>
          <p:nvPr>
            <p:ph type="title"/>
          </p:nvPr>
        </p:nvSpPr>
        <p:spPr>
          <a:xfrm>
            <a:off x="860600" y="31228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57"/>
          <p:cNvSpPr txBox="1">
            <a:spLocks noGrp="1"/>
          </p:cNvSpPr>
          <p:nvPr>
            <p:ph type="subTitle" idx="1"/>
          </p:nvPr>
        </p:nvSpPr>
        <p:spPr>
          <a:xfrm>
            <a:off x="888601" y="14242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48;p57">
            <a:extLst>
              <a:ext uri="{FF2B5EF4-FFF2-40B4-BE49-F238E27FC236}">
                <a16:creationId xmlns:a16="http://schemas.microsoft.com/office/drawing/2014/main" id="{C2D46485-B06E-4866-A512-F6879C96B5CE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14BC4BA-B1EB-4D4B-A08A-0967ADA5B4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98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2 1 1 1 1 1 1 1" preserve="1">
  <p:cSld name="Title and Content 1 2 1 1 2 1 1 1 1 1 1 1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5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8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432000" cy="1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58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55;p58">
            <a:extLst>
              <a:ext uri="{FF2B5EF4-FFF2-40B4-BE49-F238E27FC236}">
                <a16:creationId xmlns:a16="http://schemas.microsoft.com/office/drawing/2014/main" id="{5EACEEA7-FE06-480C-89C2-749EACA26D4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A3F9BF7-6749-461C-AAAB-A71677DE41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36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5">
          <p15:clr>
            <a:srgbClr val="FA7B17"/>
          </p15:clr>
        </p15:guide>
        <p15:guide id="2" orient="horz" pos="136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2 1 1 1 1" preserve="1">
  <p:cSld name="Title and Content 1 2 1 1 1 1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5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4"/>
            <a:ext cx="12256000" cy="689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898" y="5283701"/>
            <a:ext cx="7073865" cy="1586031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59"/>
          <p:cNvSpPr txBox="1">
            <a:spLocks noGrp="1"/>
          </p:cNvSpPr>
          <p:nvPr>
            <p:ph type="title"/>
          </p:nvPr>
        </p:nvSpPr>
        <p:spPr>
          <a:xfrm>
            <a:off x="860600" y="1802067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pen Sans ExtraBold"/>
              <a:buNone/>
              <a:defRPr sz="46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59"/>
          <p:cNvSpPr txBox="1">
            <a:spLocks noGrp="1"/>
          </p:cNvSpPr>
          <p:nvPr>
            <p:ph type="subTitle" idx="1"/>
          </p:nvPr>
        </p:nvSpPr>
        <p:spPr>
          <a:xfrm>
            <a:off x="888601" y="1119400"/>
            <a:ext cx="496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  <a:defRPr sz="1467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" name="Google Shape;662;p59">
            <a:extLst>
              <a:ext uri="{FF2B5EF4-FFF2-40B4-BE49-F238E27FC236}">
                <a16:creationId xmlns:a16="http://schemas.microsoft.com/office/drawing/2014/main" id="{A4756139-E45A-4551-B1F3-1E80F87F1A9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651FC4-01BF-4CE5-BE0A-A19BA27E1C5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952" y="5907969"/>
            <a:ext cx="2795897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3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0">
          <p15:clr>
            <a:srgbClr val="FA7B17"/>
          </p15:clr>
        </p15:guide>
        <p15:guide id="2" orient="horz" pos="3240">
          <p15:clr>
            <a:srgbClr val="FA7B17"/>
          </p15:clr>
        </p15:guide>
        <p15:guide id="3" orient="horz" pos="1361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Custom Layout 1 4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0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0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60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60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1" name="Google Shape;672;p60">
            <a:extLst>
              <a:ext uri="{FF2B5EF4-FFF2-40B4-BE49-F238E27FC236}">
                <a16:creationId xmlns:a16="http://schemas.microsoft.com/office/drawing/2014/main" id="{643ABBCA-C9CF-49C5-B6B7-C2BB3E564B2C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396063F-B8A9-4DC9-B62C-508044E7C4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13A01D1-7733-4D34-808D-AD39DC8D0058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259ADFE-B805-480C-9507-BEC97D2767D1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F8A91CF-F168-44CD-87F6-E24D52D84740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C744838-4B44-4AD3-857A-94C6FF73A110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5518EEDE-4C15-4272-A5F1-2027B5E62AAC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93EC5E7-3EC0-482C-A857-BC488A780B30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A42E4E7-A6F0-478F-8435-3CCF050B6C73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DD17EEBB-AE32-4E7D-916D-DAC76A6EED45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005774C5-0380-4FCA-8BF1-3F38B5E45D3C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4816ECDC-CBD3-45D0-B4B9-0A67789A059B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3380497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5" preserve="1">
  <p:cSld name="Custom Layout 1 5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6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84765" y="-35335"/>
            <a:ext cx="12391465" cy="69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1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6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61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2" name="Google Shape;682;p61">
            <a:extLst>
              <a:ext uri="{FF2B5EF4-FFF2-40B4-BE49-F238E27FC236}">
                <a16:creationId xmlns:a16="http://schemas.microsoft.com/office/drawing/2014/main" id="{2CC7DE75-A718-4D7C-A0DF-5D95F706E61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F636ED1-8E12-41BF-9F6B-7E1833F1DD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8560A63-18BE-4C0C-B470-D1A7AD0DF15C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F6E7331E-BE16-473E-B598-0773D1CF9F56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EF24B89-C530-4418-BEE0-A53F2250B71B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093F792-8F09-4FDD-AA4E-0F8C140BCD03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88DFEAB5-03CD-4791-B69C-213EB5317B37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A60C31AE-B7E8-4232-AFD8-D26C878BDFDF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0584541-8C46-4D65-AAA0-886FA5495900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14F52EBA-2591-4DB4-BB36-D418DBE1A141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5468F6D-C586-4D6E-B9F9-A136A4856950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E57B4BD-710B-4451-80F0-FB0C642040E4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2250830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5" preserve="1">
  <p:cSld name="Custom Layout 1 3 1 1 2 5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692;p63">
            <a:extLst>
              <a:ext uri="{FF2B5EF4-FFF2-40B4-BE49-F238E27FC236}">
                <a16:creationId xmlns:a16="http://schemas.microsoft.com/office/drawing/2014/main" id="{FB40C57F-2D86-4D18-846D-CE67532B176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2"/>
          <p:cNvSpPr/>
          <p:nvPr/>
        </p:nvSpPr>
        <p:spPr>
          <a:xfrm>
            <a:off x="-92000" y="6170533"/>
            <a:ext cx="12401987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4" name="Google Shape;794;p72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7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AA8008-CE06-40DE-8A1A-66FE9E1BED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2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4 1" preserve="1">
  <p:cSld name="Custom Layout 1 3 1 1 2 4 1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26;p66">
            <a:extLst>
              <a:ext uri="{FF2B5EF4-FFF2-40B4-BE49-F238E27FC236}">
                <a16:creationId xmlns:a16="http://schemas.microsoft.com/office/drawing/2014/main" id="{378E6D45-F48C-4D8A-AA2A-9939F76319D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2" name="Google Shape;802;p73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73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06;p73">
            <a:extLst>
              <a:ext uri="{FF2B5EF4-FFF2-40B4-BE49-F238E27FC236}">
                <a16:creationId xmlns:a16="http://schemas.microsoft.com/office/drawing/2014/main" id="{E7F10D4F-C541-4346-9357-0962FC0ADB9D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785E7C3-5A1D-49EC-BC3D-F7E6F18767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436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" preserve="1">
  <p:cSld name="Custom Layout 1 3 1 1 2 1 2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6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6" name="Google Shape;826;p76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27" name="Google Shape;827;p7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76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830;p76">
            <a:extLst>
              <a:ext uri="{FF2B5EF4-FFF2-40B4-BE49-F238E27FC236}">
                <a16:creationId xmlns:a16="http://schemas.microsoft.com/office/drawing/2014/main" id="{B0A0C183-29E1-48C9-919D-9AB15EF2DE7F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B8F19BA-D2DE-4089-9EB0-F007C75CB8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8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 1" preserve="1">
  <p:cSld name="Custom Layout 1 3 1 1 2 1 2 1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4000" y="-88366"/>
            <a:ext cx="12214469" cy="696233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7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p77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35" name="Google Shape;835;p7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77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38;p77">
            <a:extLst>
              <a:ext uri="{FF2B5EF4-FFF2-40B4-BE49-F238E27FC236}">
                <a16:creationId xmlns:a16="http://schemas.microsoft.com/office/drawing/2014/main" id="{F6CC3871-6B96-41AF-95CD-CF9981A69985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3FB4927-0D00-4F59-BD63-B0BADE4151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40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1 1" preserve="1">
  <p:cSld name="Custom Layout 1 3 1 1 2 1 1 1 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8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1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6" name="Google Shape;866;p81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81"/>
          <p:cNvSpPr txBox="1">
            <a:spLocks noGrp="1"/>
          </p:cNvSpPr>
          <p:nvPr>
            <p:ph type="title"/>
          </p:nvPr>
        </p:nvSpPr>
        <p:spPr>
          <a:xfrm>
            <a:off x="6417067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9" name="Google Shape;869;p81"/>
          <p:cNvSpPr txBox="1">
            <a:spLocks noGrp="1"/>
          </p:cNvSpPr>
          <p:nvPr>
            <p:ph type="body" idx="2"/>
          </p:nvPr>
        </p:nvSpPr>
        <p:spPr>
          <a:xfrm>
            <a:off x="6417067" y="3528933"/>
            <a:ext cx="4627600" cy="19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0" name="Google Shape;870;p81">
            <a:extLst>
              <a:ext uri="{FF2B5EF4-FFF2-40B4-BE49-F238E27FC236}">
                <a16:creationId xmlns:a16="http://schemas.microsoft.com/office/drawing/2014/main" id="{9CAE439A-90C9-477F-B07D-C9BA72C0F4D0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09AE16-15F9-4292-88AD-821CA6B6AA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35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" preserve="1">
  <p:cSld name="Title and Content 1 3 1 1 1 1 1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29;p18">
            <a:extLst>
              <a:ext uri="{FF2B5EF4-FFF2-40B4-BE49-F238E27FC236}">
                <a16:creationId xmlns:a16="http://schemas.microsoft.com/office/drawing/2014/main" id="{06FABB0F-823E-4454-A321-6ABF07A4BF7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09B5E27-6A8C-4322-B524-DDC87F68D3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200EC5-18BF-4CAD-84DE-7A8F99905194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23" name="Google Shape;2551;p259">
              <a:extLst>
                <a:ext uri="{FF2B5EF4-FFF2-40B4-BE49-F238E27FC236}">
                  <a16:creationId xmlns:a16="http://schemas.microsoft.com/office/drawing/2014/main" id="{03F47441-5191-4D90-AFB4-C3E4AA7990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4" name="Google Shape;2552;p259">
              <a:extLst>
                <a:ext uri="{FF2B5EF4-FFF2-40B4-BE49-F238E27FC236}">
                  <a16:creationId xmlns:a16="http://schemas.microsoft.com/office/drawing/2014/main" id="{F7E9584C-99B0-4DDE-94F6-FE059727A3E7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53;p259">
              <a:extLst>
                <a:ext uri="{FF2B5EF4-FFF2-40B4-BE49-F238E27FC236}">
                  <a16:creationId xmlns:a16="http://schemas.microsoft.com/office/drawing/2014/main" id="{D39D7654-4C01-4087-9A85-CDE971B952AC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BD1F8568-275F-42D5-9CE2-00E96C4B3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23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" preserve="1">
  <p:cSld name="Title and Content 1 3 1 1 1 1 1 1 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57231" y="-70664"/>
            <a:ext cx="12363933" cy="694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42;p19">
            <a:extLst>
              <a:ext uri="{FF2B5EF4-FFF2-40B4-BE49-F238E27FC236}">
                <a16:creationId xmlns:a16="http://schemas.microsoft.com/office/drawing/2014/main" id="{BF5E8F30-B3C8-47C4-B281-7FF77CF58402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7EC1B96-DD63-444B-9624-D09BD9FC20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29B7488-5641-4895-9077-CAD782E16C9E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19" name="Google Shape;2551;p259">
              <a:extLst>
                <a:ext uri="{FF2B5EF4-FFF2-40B4-BE49-F238E27FC236}">
                  <a16:creationId xmlns:a16="http://schemas.microsoft.com/office/drawing/2014/main" id="{F0C65DB9-DEEE-4F28-9D86-8863D2F36F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5" name="Google Shape;2552;p259">
              <a:extLst>
                <a:ext uri="{FF2B5EF4-FFF2-40B4-BE49-F238E27FC236}">
                  <a16:creationId xmlns:a16="http://schemas.microsoft.com/office/drawing/2014/main" id="{EB4A3E11-7E26-40BF-A7A0-4B67E8293F24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553;p259">
              <a:extLst>
                <a:ext uri="{FF2B5EF4-FFF2-40B4-BE49-F238E27FC236}">
                  <a16:creationId xmlns:a16="http://schemas.microsoft.com/office/drawing/2014/main" id="{F69425D3-499E-43D8-B974-515F1BF07E11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E0421369-3D07-4B1B-A1D1-E5467F5E0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62964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" preserve="1">
  <p:cSld name="Title and Content 1 3 1 1 1 1 1 1 1 1 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263;p21">
            <a:extLst>
              <a:ext uri="{FF2B5EF4-FFF2-40B4-BE49-F238E27FC236}">
                <a16:creationId xmlns:a16="http://schemas.microsoft.com/office/drawing/2014/main" id="{8B93810F-DCFA-49AC-B382-5273FEDBB23E}"/>
              </a:ext>
            </a:extLst>
          </p:cNvPr>
          <p:cNvSpPr/>
          <p:nvPr userDrawn="1"/>
        </p:nvSpPr>
        <p:spPr>
          <a:xfrm rot="-4705814">
            <a:off x="670954" y="4279673"/>
            <a:ext cx="4238113" cy="4271679"/>
          </a:xfrm>
          <a:prstGeom prst="arc">
            <a:avLst>
              <a:gd name="adj1" fmla="val 17096738"/>
              <a:gd name="adj2" fmla="val 3877162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6" name="Google Shape;264;p21">
            <a:extLst>
              <a:ext uri="{FF2B5EF4-FFF2-40B4-BE49-F238E27FC236}">
                <a16:creationId xmlns:a16="http://schemas.microsoft.com/office/drawing/2014/main" id="{590A39B1-5340-4530-8B0F-D27C02C35600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0629" y="5597758"/>
            <a:ext cx="810771" cy="96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65;p21">
            <a:extLst>
              <a:ext uri="{FF2B5EF4-FFF2-40B4-BE49-F238E27FC236}">
                <a16:creationId xmlns:a16="http://schemas.microsoft.com/office/drawing/2014/main" id="{81C7BD68-7731-4EE0-8531-F8026F811AC6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986" y="3818281"/>
            <a:ext cx="953101" cy="77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6;p21">
            <a:extLst>
              <a:ext uri="{FF2B5EF4-FFF2-40B4-BE49-F238E27FC236}">
                <a16:creationId xmlns:a16="http://schemas.microsoft.com/office/drawing/2014/main" id="{D994BACA-68A9-4668-B4CD-29B67DE7C8B2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401" y="4738981"/>
            <a:ext cx="1396585" cy="1142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8;p21">
            <a:extLst>
              <a:ext uri="{FF2B5EF4-FFF2-40B4-BE49-F238E27FC236}">
                <a16:creationId xmlns:a16="http://schemas.microsoft.com/office/drawing/2014/main" id="{635AB7BD-8058-4453-8BCD-39149078BA82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15C05D8-C7B7-4267-A607-AA2316638AD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96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 1" preserve="1">
  <p:cSld name="Title and Content 1 3 1 1 1 1 1 1 1 1 1 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755;p275">
            <a:extLst>
              <a:ext uri="{FF2B5EF4-FFF2-40B4-BE49-F238E27FC236}">
                <a16:creationId xmlns:a16="http://schemas.microsoft.com/office/drawing/2014/main" id="{E7831054-E4B8-4826-BAB2-BABC15FA5F31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81;p22">
            <a:extLst>
              <a:ext uri="{FF2B5EF4-FFF2-40B4-BE49-F238E27FC236}">
                <a16:creationId xmlns:a16="http://schemas.microsoft.com/office/drawing/2014/main" id="{0E8744A7-A629-47B1-859B-B80C3B391A39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D1C0718-E446-4A89-A00A-47981BCFBD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sp>
        <p:nvSpPr>
          <p:cNvPr id="22" name="Google Shape;2606;p263">
            <a:extLst>
              <a:ext uri="{FF2B5EF4-FFF2-40B4-BE49-F238E27FC236}">
                <a16:creationId xmlns:a16="http://schemas.microsoft.com/office/drawing/2014/main" id="{14C31BE0-6DD0-4199-94A0-19EF859BDF8A}"/>
              </a:ext>
            </a:extLst>
          </p:cNvPr>
          <p:cNvSpPr/>
          <p:nvPr userDrawn="1"/>
        </p:nvSpPr>
        <p:spPr>
          <a:xfrm rot="4264039">
            <a:off x="1342588" y="2690098"/>
            <a:ext cx="3481743" cy="3509317"/>
          </a:xfrm>
          <a:prstGeom prst="arc">
            <a:avLst>
              <a:gd name="adj1" fmla="val 17096738"/>
              <a:gd name="adj2" fmla="val 461596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Open Sans" panose="020B0606030504020204" pitchFamily="34" charset="0"/>
            </a:endParaRPr>
          </a:p>
        </p:txBody>
      </p:sp>
      <p:pic>
        <p:nvPicPr>
          <p:cNvPr id="23" name="Google Shape;2688;p269">
            <a:extLst>
              <a:ext uri="{FF2B5EF4-FFF2-40B4-BE49-F238E27FC236}">
                <a16:creationId xmlns:a16="http://schemas.microsoft.com/office/drawing/2014/main" id="{651804F4-5DAE-46A8-8AF1-D3A92E5F9ACB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027" y="4706133"/>
            <a:ext cx="782119" cy="6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ACB3FDA-FBF9-445E-8A32-1436C6816A2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0673" y="5353027"/>
            <a:ext cx="1511843" cy="1292272"/>
          </a:xfrm>
          <a:prstGeom prst="rect">
            <a:avLst/>
          </a:prstGeom>
        </p:spPr>
      </p:pic>
      <p:pic>
        <p:nvPicPr>
          <p:cNvPr id="25" name="Google Shape;2687;p269">
            <a:extLst>
              <a:ext uri="{FF2B5EF4-FFF2-40B4-BE49-F238E27FC236}">
                <a16:creationId xmlns:a16="http://schemas.microsoft.com/office/drawing/2014/main" id="{EF9B5495-63C8-4F92-8E72-B497C95342EC}"/>
              </a:ext>
            </a:extLst>
          </p:cNvPr>
          <p:cNvPicPr preferRelativeResize="0"/>
          <p:nvPr userDrawn="1"/>
        </p:nvPicPr>
        <p:blipFill>
          <a:blip r:embed="rId8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3216" y="3624749"/>
            <a:ext cx="619347" cy="783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8743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 1" preserve="1">
  <p:cSld name="Custom Layout 1 4 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005;p294">
            <a:extLst>
              <a:ext uri="{FF2B5EF4-FFF2-40B4-BE49-F238E27FC236}">
                <a16:creationId xmlns:a16="http://schemas.microsoft.com/office/drawing/2014/main" id="{6240FF11-311F-41BA-A412-C7C9D2B0AAF0}"/>
              </a:ext>
            </a:extLst>
          </p:cNvPr>
          <p:cNvPicPr preferRelativeResize="0"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363" y="-1185664"/>
            <a:ext cx="13851964" cy="9234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7041" y="12067"/>
            <a:ext cx="73310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62"/>
          <p:cNvSpPr/>
          <p:nvPr/>
        </p:nvSpPr>
        <p:spPr>
          <a:xfrm>
            <a:off x="72523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2"/>
          <p:cNvSpPr txBox="1">
            <a:spLocks noGrp="1"/>
          </p:cNvSpPr>
          <p:nvPr>
            <p:ph type="subTitle" idx="1"/>
          </p:nvPr>
        </p:nvSpPr>
        <p:spPr>
          <a:xfrm>
            <a:off x="7252395" y="197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9" name="Google Shape;689;p62"/>
          <p:cNvSpPr txBox="1">
            <a:spLocks noGrp="1"/>
          </p:cNvSpPr>
          <p:nvPr>
            <p:ph type="title"/>
          </p:nvPr>
        </p:nvSpPr>
        <p:spPr>
          <a:xfrm>
            <a:off x="7187800" y="26064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ExtraBold"/>
              <a:buNone/>
              <a:defRPr sz="5333" i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0" name="Google Shape;690;p62"/>
          <p:cNvSpPr txBox="1">
            <a:spLocks noGrp="1"/>
          </p:cNvSpPr>
          <p:nvPr>
            <p:ph type="body" idx="2"/>
          </p:nvPr>
        </p:nvSpPr>
        <p:spPr>
          <a:xfrm>
            <a:off x="645805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7C6F73-F6D9-4F38-BD49-557F96F876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7485" y="6006481"/>
            <a:ext cx="2390116" cy="50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543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2" preserve="1">
  <p:cSld name="Custom Layout 1 3 2"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6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3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1" t="-15901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5" name="Google Shape;695;p6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5916767" y="2284900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698" name="Google Shape;698;p63"/>
          <p:cNvSpPr txBox="1">
            <a:spLocks noGrp="1"/>
          </p:cNvSpPr>
          <p:nvPr>
            <p:ph type="body" idx="2"/>
          </p:nvPr>
        </p:nvSpPr>
        <p:spPr>
          <a:xfrm>
            <a:off x="5916767" y="4075734"/>
            <a:ext cx="6154400" cy="194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grpSp>
        <p:nvGrpSpPr>
          <p:cNvPr id="16" name="Google Shape;699;p63">
            <a:extLst>
              <a:ext uri="{FF2B5EF4-FFF2-40B4-BE49-F238E27FC236}">
                <a16:creationId xmlns:a16="http://schemas.microsoft.com/office/drawing/2014/main" id="{1003A230-8A68-45F6-B6EF-552AD31DD053}"/>
              </a:ext>
            </a:extLst>
          </p:cNvPr>
          <p:cNvGrpSpPr/>
          <p:nvPr userDrawn="1"/>
        </p:nvGrpSpPr>
        <p:grpSpPr>
          <a:xfrm>
            <a:off x="506001" y="1923251"/>
            <a:ext cx="3415633" cy="3817284"/>
            <a:chOff x="287275" y="1739038"/>
            <a:chExt cx="2561725" cy="2862963"/>
          </a:xfrm>
        </p:grpSpPr>
        <p:sp>
          <p:nvSpPr>
            <p:cNvPr id="18" name="Google Shape;700;p63">
              <a:extLst>
                <a:ext uri="{FF2B5EF4-FFF2-40B4-BE49-F238E27FC236}">
                  <a16:creationId xmlns:a16="http://schemas.microsoft.com/office/drawing/2014/main" id="{F0C49679-49C9-42FA-881E-E53F5E8F80A5}"/>
                </a:ext>
              </a:extLst>
            </p:cNvPr>
            <p:cNvSpPr/>
            <p:nvPr/>
          </p:nvSpPr>
          <p:spPr>
            <a:xfrm rot="10800000">
              <a:off x="598916" y="1932452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701;p63">
              <a:extLst>
                <a:ext uri="{FF2B5EF4-FFF2-40B4-BE49-F238E27FC236}">
                  <a16:creationId xmlns:a16="http://schemas.microsoft.com/office/drawing/2014/main" id="{BFD0CB90-137A-4758-9E86-56693376020E}"/>
                </a:ext>
              </a:extLst>
            </p:cNvPr>
            <p:cNvSpPr/>
            <p:nvPr/>
          </p:nvSpPr>
          <p:spPr>
            <a:xfrm rot="-5400000">
              <a:off x="599000" y="2003750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0" name="Google Shape;702;p63">
              <a:extLst>
                <a:ext uri="{FF2B5EF4-FFF2-40B4-BE49-F238E27FC236}">
                  <a16:creationId xmlns:a16="http://schemas.microsoft.com/office/drawing/2014/main" id="{8EF4D240-83B6-45E7-B9B1-DD91CEF4A2AC}"/>
                </a:ext>
              </a:extLst>
            </p:cNvPr>
            <p:cNvPicPr preferRelativeResize="0"/>
            <p:nvPr/>
          </p:nvPicPr>
          <p:blipFill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7175" y="1739038"/>
              <a:ext cx="487725" cy="48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703;p63">
              <a:extLst>
                <a:ext uri="{FF2B5EF4-FFF2-40B4-BE49-F238E27FC236}">
                  <a16:creationId xmlns:a16="http://schemas.microsoft.com/office/drawing/2014/main" id="{C8787362-79B9-4882-AEF9-43E872FA2C9F}"/>
                </a:ext>
              </a:extLst>
            </p:cNvPr>
            <p:cNvPicPr preferRelativeResize="0"/>
            <p:nvPr/>
          </p:nvPicPr>
          <p:blipFill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375" y="3666600"/>
              <a:ext cx="783950" cy="9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04;p63">
              <a:extLst>
                <a:ext uri="{FF2B5EF4-FFF2-40B4-BE49-F238E27FC236}">
                  <a16:creationId xmlns:a16="http://schemas.microsoft.com/office/drawing/2014/main" id="{08822D82-EAD0-4124-BC28-B09759B7341B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275" y="2772625"/>
              <a:ext cx="702425" cy="634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" name="Google Shape;705;p63">
            <a:extLst>
              <a:ext uri="{FF2B5EF4-FFF2-40B4-BE49-F238E27FC236}">
                <a16:creationId xmlns:a16="http://schemas.microsoft.com/office/drawing/2014/main" id="{C626E620-0B30-4F87-BB0F-8C3F740A1086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82F40F3-23C4-4500-AFE2-6171BDC8196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68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4" preserve="1">
  <p:cSld name="Custom Layout 1 3 1 4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4"/>
          <p:cNvSpPr txBox="1">
            <a:spLocks noGrp="1"/>
          </p:cNvSpPr>
          <p:nvPr>
            <p:ph type="title"/>
          </p:nvPr>
        </p:nvSpPr>
        <p:spPr>
          <a:xfrm>
            <a:off x="888600" y="697267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9" name="Google Shape;709;p6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855"/>
          <a:stretch/>
        </p:blipFill>
        <p:spPr>
          <a:xfrm>
            <a:off x="3014401" y="12068"/>
            <a:ext cx="9194697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6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1" name="Google Shape;711;p6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4"/>
          <p:cNvSpPr txBox="1">
            <a:spLocks noGrp="1"/>
          </p:cNvSpPr>
          <p:nvPr>
            <p:ph type="subTitle" idx="2"/>
          </p:nvPr>
        </p:nvSpPr>
        <p:spPr>
          <a:xfrm>
            <a:off x="953195" y="5464471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None/>
              <a:defRPr sz="12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64"/>
          <p:cNvSpPr txBox="1">
            <a:spLocks noGrp="1"/>
          </p:cNvSpPr>
          <p:nvPr>
            <p:ph type="title" idx="3"/>
          </p:nvPr>
        </p:nvSpPr>
        <p:spPr>
          <a:xfrm>
            <a:off x="6908700" y="1167300"/>
            <a:ext cx="50088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64"/>
          <p:cNvSpPr txBox="1">
            <a:spLocks noGrp="1"/>
          </p:cNvSpPr>
          <p:nvPr>
            <p:ph type="body" idx="4"/>
          </p:nvPr>
        </p:nvSpPr>
        <p:spPr>
          <a:xfrm>
            <a:off x="6908700" y="2958134"/>
            <a:ext cx="5162400" cy="306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714;p64">
            <a:extLst>
              <a:ext uri="{FF2B5EF4-FFF2-40B4-BE49-F238E27FC236}">
                <a16:creationId xmlns:a16="http://schemas.microsoft.com/office/drawing/2014/main" id="{174E3A42-F148-4FEA-B5A0-FACBDA174B0A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3F5EF62-4501-40B1-BDE1-F8CCE1F3ED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327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3 1" preserve="1">
  <p:cSld name="Custom Layout 1 3 1 3 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6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5"/>
          <p:cNvSpPr/>
          <p:nvPr/>
        </p:nvSpPr>
        <p:spPr>
          <a:xfrm>
            <a:off x="-92000" y="6170533"/>
            <a:ext cx="12372491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6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title"/>
          </p:nvPr>
        </p:nvSpPr>
        <p:spPr>
          <a:xfrm>
            <a:off x="6566900" y="1490351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 ExtraBold"/>
              <a:buNone/>
              <a:defRPr sz="42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23" name="Google Shape;723;p65"/>
          <p:cNvSpPr txBox="1">
            <a:spLocks noGrp="1"/>
          </p:cNvSpPr>
          <p:nvPr>
            <p:ph type="body" idx="2"/>
          </p:nvPr>
        </p:nvSpPr>
        <p:spPr>
          <a:xfrm>
            <a:off x="6669600" y="26595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724;p65">
            <a:extLst>
              <a:ext uri="{FF2B5EF4-FFF2-40B4-BE49-F238E27FC236}">
                <a16:creationId xmlns:a16="http://schemas.microsoft.com/office/drawing/2014/main" id="{72BB3A84-F2FD-4FF0-919D-8FB874D39BB1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80C3973-38F9-4C9A-91F6-6F979D80E9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50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2 1 1" preserve="1">
  <p:cSld name="Custom Layout 1 3 1 2 1 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6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7"/>
          <p:cNvSpPr/>
          <p:nvPr/>
        </p:nvSpPr>
        <p:spPr>
          <a:xfrm>
            <a:off x="-92001" y="6170533"/>
            <a:ext cx="12431484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7" name="Google Shape;737;p6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39" name="Google Shape;739;p67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6837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7"/>
          <p:cNvSpPr txBox="1">
            <a:spLocks noGrp="1"/>
          </p:cNvSpPr>
          <p:nvPr>
            <p:ph type="title"/>
          </p:nvPr>
        </p:nvSpPr>
        <p:spPr>
          <a:xfrm>
            <a:off x="6618933" y="2014133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67"/>
          <p:cNvSpPr txBox="1">
            <a:spLocks noGrp="1"/>
          </p:cNvSpPr>
          <p:nvPr>
            <p:ph type="body" idx="2"/>
          </p:nvPr>
        </p:nvSpPr>
        <p:spPr>
          <a:xfrm>
            <a:off x="6618933" y="3044133"/>
            <a:ext cx="4758400" cy="2604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742;p67">
            <a:extLst>
              <a:ext uri="{FF2B5EF4-FFF2-40B4-BE49-F238E27FC236}">
                <a16:creationId xmlns:a16="http://schemas.microsoft.com/office/drawing/2014/main" id="{730DB273-89FD-4093-B96E-461020EFCAE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9519F68-4675-4437-AA92-B7123F990A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866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3 1" preserve="1">
  <p:cSld name="Custom Layout 1 3 1 1 2 3 1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E03406-CCBA-45BA-8CDA-1FD29253F9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9467" y="-643467"/>
            <a:ext cx="12677768" cy="8453169"/>
          </a:xfrm>
          <a:prstGeom prst="rect">
            <a:avLst/>
          </a:prstGeom>
        </p:spPr>
      </p:pic>
      <p:pic>
        <p:nvPicPr>
          <p:cNvPr id="809" name="Google Shape;809;p7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04268" y="699167"/>
            <a:ext cx="5404297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>
            <a:spLocks noGrp="1"/>
          </p:cNvSpPr>
          <p:nvPr>
            <p:ph type="title"/>
          </p:nvPr>
        </p:nvSpPr>
        <p:spPr>
          <a:xfrm>
            <a:off x="7492600" y="2403233"/>
            <a:ext cx="4540400" cy="1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700"/>
              <a:buFont typeface="Open Sans ExtraBold"/>
              <a:buNone/>
              <a:defRPr sz="3600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74"/>
          <p:cNvSpPr txBox="1">
            <a:spLocks noGrp="1"/>
          </p:cNvSpPr>
          <p:nvPr>
            <p:ph type="subTitle" idx="1"/>
          </p:nvPr>
        </p:nvSpPr>
        <p:spPr>
          <a:xfrm>
            <a:off x="7557195" y="451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"/>
              <a:buNone/>
              <a:defRPr sz="1600" i="1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13" name="Google Shape;813;p74"/>
          <p:cNvCxnSpPr/>
          <p:nvPr/>
        </p:nvCxnSpPr>
        <p:spPr>
          <a:xfrm>
            <a:off x="7395167" y="2033933"/>
            <a:ext cx="33036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Google Shape;814;p74" descr="Logo&#10;&#10;Description automatically generated">
            <a:extLst>
              <a:ext uri="{FF2B5EF4-FFF2-40B4-BE49-F238E27FC236}">
                <a16:creationId xmlns:a16="http://schemas.microsoft.com/office/drawing/2014/main" id="{4407DD6C-BAFB-4B12-BAA8-20B47858DF4E}"/>
              </a:ext>
            </a:extLst>
          </p:cNvPr>
          <p:cNvPicPr preferRelativeResize="0"/>
          <p:nvPr userDrawn="1"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415" y="6240844"/>
            <a:ext cx="1639104" cy="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15;p74">
            <a:extLst>
              <a:ext uri="{FF2B5EF4-FFF2-40B4-BE49-F238E27FC236}">
                <a16:creationId xmlns:a16="http://schemas.microsoft.com/office/drawing/2014/main" id="{099183ED-F6E3-47E3-8E1B-1273905EB2E9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21ACEB-2753-45EA-B699-3CC1B524E3E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2124" y="1174257"/>
            <a:ext cx="3225547" cy="6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304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" preserve="1">
  <p:cSld name="Custom Layout 1 3 1 1 2 1 1 2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9" name="Google Shape;849;p79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51" name="Google Shape;851;p79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53" name="Google Shape;853;p79"/>
          <p:cNvSpPr txBox="1">
            <a:spLocks noGrp="1"/>
          </p:cNvSpPr>
          <p:nvPr>
            <p:ph type="body" idx="2"/>
          </p:nvPr>
        </p:nvSpPr>
        <p:spPr>
          <a:xfrm>
            <a:off x="6618934" y="2786251"/>
            <a:ext cx="5011175" cy="2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854;p79">
            <a:extLst>
              <a:ext uri="{FF2B5EF4-FFF2-40B4-BE49-F238E27FC236}">
                <a16:creationId xmlns:a16="http://schemas.microsoft.com/office/drawing/2014/main" id="{D74C7045-07DE-4AF6-9552-B16E0CCFCAE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C1C6AC5-455E-4AA9-BF8C-D311F3DE73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09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 1" preserve="1">
  <p:cSld name="Custom Layout 1 3 1 1 2 1 1 1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755;p275">
            <a:extLst>
              <a:ext uri="{FF2B5EF4-FFF2-40B4-BE49-F238E27FC236}">
                <a16:creationId xmlns:a16="http://schemas.microsoft.com/office/drawing/2014/main" id="{49A2398E-4ECB-4FC7-AFBD-F4492BE46825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0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8" name="Google Shape;858;p8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60" name="Google Shape;860;p80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0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62" name="Google Shape;862;p80"/>
          <p:cNvSpPr txBox="1">
            <a:spLocks noGrp="1"/>
          </p:cNvSpPr>
          <p:nvPr>
            <p:ph type="body" idx="2"/>
          </p:nvPr>
        </p:nvSpPr>
        <p:spPr>
          <a:xfrm>
            <a:off x="6618933" y="2786251"/>
            <a:ext cx="4758400" cy="32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80B235-A45C-428B-A921-BB869418A0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  <p:pic>
        <p:nvPicPr>
          <p:cNvPr id="12" name="Google Shape;766;p69">
            <a:extLst>
              <a:ext uri="{FF2B5EF4-FFF2-40B4-BE49-F238E27FC236}">
                <a16:creationId xmlns:a16="http://schemas.microsoft.com/office/drawing/2014/main" id="{144F0869-014C-4AD0-B4BF-1DA982E5A545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2432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 1" preserve="1">
  <p:cSld name="Custom Layout 1 2 1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4301" y="512433"/>
            <a:ext cx="7224799" cy="6357632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3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3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83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83"/>
          <p:cNvSpPr txBox="1">
            <a:spLocks noGrp="1"/>
          </p:cNvSpPr>
          <p:nvPr>
            <p:ph type="title" idx="2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95" name="Google Shape;895;p83"/>
          <p:cNvSpPr txBox="1">
            <a:spLocks noGrp="1"/>
          </p:cNvSpPr>
          <p:nvPr>
            <p:ph type="body" idx="3"/>
          </p:nvPr>
        </p:nvSpPr>
        <p:spPr>
          <a:xfrm>
            <a:off x="6212533" y="2481452"/>
            <a:ext cx="4758400" cy="34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5" name="Google Shape;890;p83">
            <a:extLst>
              <a:ext uri="{FF2B5EF4-FFF2-40B4-BE49-F238E27FC236}">
                <a16:creationId xmlns:a16="http://schemas.microsoft.com/office/drawing/2014/main" id="{C796039C-4012-4717-B967-39DE7A6089CF}"/>
              </a:ext>
            </a:extLst>
          </p:cNvPr>
          <p:cNvSpPr/>
          <p:nvPr userDrawn="1"/>
        </p:nvSpPr>
        <p:spPr>
          <a:xfrm rot="-4743055">
            <a:off x="1260179" y="4704313"/>
            <a:ext cx="2628244" cy="2513319"/>
          </a:xfrm>
          <a:prstGeom prst="arc">
            <a:avLst>
              <a:gd name="adj1" fmla="val 17096738"/>
              <a:gd name="adj2" fmla="val 4266985"/>
            </a:avLst>
          </a:prstGeom>
          <a:noFill/>
          <a:ln w="1905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7" name="Google Shape;891;p83">
            <a:extLst>
              <a:ext uri="{FF2B5EF4-FFF2-40B4-BE49-F238E27FC236}">
                <a16:creationId xmlns:a16="http://schemas.microsoft.com/office/drawing/2014/main" id="{71DC0658-F639-475A-9C67-61035A6C039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0267" y="5521931"/>
            <a:ext cx="6188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92;p83">
            <a:extLst>
              <a:ext uri="{FF2B5EF4-FFF2-40B4-BE49-F238E27FC236}">
                <a16:creationId xmlns:a16="http://schemas.microsoft.com/office/drawing/2014/main" id="{2F309352-F9FE-40AC-BF5B-345F57CF9B7A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4327" y="4432160"/>
            <a:ext cx="559759" cy="48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93;p83">
            <a:extLst>
              <a:ext uri="{FF2B5EF4-FFF2-40B4-BE49-F238E27FC236}">
                <a16:creationId xmlns:a16="http://schemas.microsoft.com/office/drawing/2014/main" id="{D716C456-C877-49F3-9C3C-88FBA14FD1F6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901" y="4920507"/>
            <a:ext cx="820215" cy="71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96;p83">
            <a:extLst>
              <a:ext uri="{FF2B5EF4-FFF2-40B4-BE49-F238E27FC236}">
                <a16:creationId xmlns:a16="http://schemas.microsoft.com/office/drawing/2014/main" id="{9D234B7F-BF8A-4C5B-B562-4EE85F117F08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B9CB3AD-57C1-4E15-A11C-0B44726DD1A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227" y="6005769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58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 1" preserve="1">
  <p:cSld name="Custom Layout 1 3 1 1 2 1 1 2 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8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0" name="Google Shape;900;p8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02" name="Google Shape;902;p8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3781300" y="-489233"/>
            <a:ext cx="8427803" cy="66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4"/>
          <p:cNvSpPr txBox="1">
            <a:spLocks noGrp="1"/>
          </p:cNvSpPr>
          <p:nvPr>
            <p:ph type="title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04" name="Google Shape;904;p84"/>
          <p:cNvSpPr txBox="1">
            <a:spLocks noGrp="1"/>
          </p:cNvSpPr>
          <p:nvPr>
            <p:ph type="body" idx="2"/>
          </p:nvPr>
        </p:nvSpPr>
        <p:spPr>
          <a:xfrm>
            <a:off x="6212534" y="2481451"/>
            <a:ext cx="5484167" cy="353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05" name="Google Shape;905;p84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4"/>
          <p:cNvSpPr txBox="1">
            <a:spLocks noGrp="1"/>
          </p:cNvSpPr>
          <p:nvPr>
            <p:ph type="subTitle" idx="3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84"/>
          <p:cNvSpPr txBox="1">
            <a:spLocks noGrp="1"/>
          </p:cNvSpPr>
          <p:nvPr>
            <p:ph type="title" idx="4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908;p84">
            <a:extLst>
              <a:ext uri="{FF2B5EF4-FFF2-40B4-BE49-F238E27FC236}">
                <a16:creationId xmlns:a16="http://schemas.microsoft.com/office/drawing/2014/main" id="{8996CE37-31B3-4ED6-917B-40FC2B384F8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B59B063-C301-442F-9082-7381BF7722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704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5" preserve="1">
  <p:cSld name="Custom Layout 1 1 5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17998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5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7307"/>
          <a:stretch/>
        </p:blipFill>
        <p:spPr>
          <a:xfrm>
            <a:off x="682133" y="12068"/>
            <a:ext cx="11526971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5"/>
          <p:cNvSpPr txBox="1">
            <a:spLocks noGrp="1"/>
          </p:cNvSpPr>
          <p:nvPr>
            <p:ph type="title"/>
          </p:nvPr>
        </p:nvSpPr>
        <p:spPr>
          <a:xfrm>
            <a:off x="1498700" y="1413833"/>
            <a:ext cx="4563600" cy="3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85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4" name="Google Shape;914;p8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85"/>
          <p:cNvSpPr/>
          <p:nvPr/>
        </p:nvSpPr>
        <p:spPr>
          <a:xfrm>
            <a:off x="15627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85"/>
          <p:cNvSpPr txBox="1">
            <a:spLocks noGrp="1"/>
          </p:cNvSpPr>
          <p:nvPr>
            <p:ph type="subTitle" idx="2"/>
          </p:nvPr>
        </p:nvSpPr>
        <p:spPr>
          <a:xfrm>
            <a:off x="1545125" y="2583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85"/>
          <p:cNvSpPr txBox="1">
            <a:spLocks noGrp="1"/>
          </p:cNvSpPr>
          <p:nvPr>
            <p:ph type="title" idx="3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19" name="Google Shape;919;p85"/>
          <p:cNvSpPr txBox="1">
            <a:spLocks noGrp="1"/>
          </p:cNvSpPr>
          <p:nvPr>
            <p:ph type="body" idx="4"/>
          </p:nvPr>
        </p:nvSpPr>
        <p:spPr>
          <a:xfrm>
            <a:off x="6212534" y="2481451"/>
            <a:ext cx="4801541" cy="368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920;p85">
            <a:extLst>
              <a:ext uri="{FF2B5EF4-FFF2-40B4-BE49-F238E27FC236}">
                <a16:creationId xmlns:a16="http://schemas.microsoft.com/office/drawing/2014/main" id="{FE1849CE-E562-4BEB-9B67-EFA35CC33C6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C770E76-B5C1-4117-B725-FAA8CFFC81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43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1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5" name="Google Shape;3195;p317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89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325D24A-DB75-4B0B-874B-7A721F2392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25E34F2F-ECFD-4C21-88CE-EC875406C7A1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015DE4A-0272-4B93-91CF-C2AAC9E1E377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326D257F-FB3B-41CE-BA50-E4BC3BF892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6B19B06A-4603-41C3-90DC-CB4A8BD0699A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BB0FAA0-3918-48D3-B228-7B39583B5110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040BFC26-36C1-4348-AECC-EE327C8F386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D61E6304-1E66-43CB-9728-8D67498F24D3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0F8CD508-2C3C-4BCD-940E-E1413305FBB0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6FF1B377-2CBC-4F93-944D-591D65A2401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E64E011-BDEE-428B-846D-F8DFB7522EE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B19C4764-F318-4FAA-B3D1-B0496D97825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7198231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2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DD5CF6-3B68-423D-9FCE-BE4D623343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-420752"/>
            <a:ext cx="12237972" cy="7376475"/>
          </a:xfrm>
          <a:prstGeom prst="rect">
            <a:avLst/>
          </a:prstGeom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88A2A7D-50B4-452F-8DCE-3F7A689A4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D920FDF4-EADD-4576-A9EE-B72D2000B519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F657DC6-E24A-4137-99C1-D032A2A2F64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6C696814-A2F0-4F91-AB80-843E277C7187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40278F12-3096-4F9A-BE77-CD7B34667FB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ADD38BA7-E98D-4452-A1A8-35F2F70FC916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6D5E322F-9696-431A-87B4-85DC8DAA5580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A1B9980E-8311-4E1B-860B-25A2AB1DF2F9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977D9098-8702-40CA-893C-87D364D66DAB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0DD359FE-D50E-4D7B-8250-C38AD9CADD05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C896D8E-62B2-462C-8145-1418A094F2A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70789CC4-8C42-478D-85E7-32C26317E538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6082021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3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235;p321">
            <a:extLst>
              <a:ext uri="{FF2B5EF4-FFF2-40B4-BE49-F238E27FC236}">
                <a16:creationId xmlns:a16="http://schemas.microsoft.com/office/drawing/2014/main" id="{DAB41389-2F80-4D50-AF46-3EDEBA9E148B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37327" y="-318740"/>
            <a:ext cx="12793321" cy="7196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1496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9992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6503267" y="1567133"/>
            <a:ext cx="5167876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4140C5A-9DDD-4408-94E9-CDE290582C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6" name="Google Shape;2555;p259">
            <a:extLst>
              <a:ext uri="{FF2B5EF4-FFF2-40B4-BE49-F238E27FC236}">
                <a16:creationId xmlns:a16="http://schemas.microsoft.com/office/drawing/2014/main" id="{758C02E6-E34D-4150-850A-8210705681DF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FC6EAED-0B43-4834-ACFF-06BF0523C57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F1E209DF-CF67-4F4B-81C4-60C40516D4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1D8E36-B1FD-4BDC-80D2-502BEF80E03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A796CE7C-D54E-4DE9-835F-C729165F7E0F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52ABA1F2-C18B-4DEA-B83F-D7FFBA00F18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C23127CA-9042-4A97-85B1-4E21B7ED16BB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64E4A837-E984-4769-881E-32BA0D86A77C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43780035-9B43-4496-A16E-5B96CFF0E12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C93F4A4D-DCB7-4BDC-9335-FCA6BFC49B15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9E19034-35F8-4496-8E8E-30916A26722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14218952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" preserve="1">
  <p:cSld name="Custom Layout 1 1 3 1 1 1 1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9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9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90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90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66" name="Google Shape;966;p90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0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68" name="Google Shape;968;p90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0" name="Google Shape;970;p90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69;p90">
            <a:extLst>
              <a:ext uri="{FF2B5EF4-FFF2-40B4-BE49-F238E27FC236}">
                <a16:creationId xmlns:a16="http://schemas.microsoft.com/office/drawing/2014/main" id="{A6115BD3-9319-480E-B59D-11B966A213B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F25016-17B9-40AB-8A90-3C8F1D76AC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" preserve="1">
  <p:cSld name="Custom Layout 1 1 3 1 1 1 1 1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91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91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77" name="Google Shape;977;p91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1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9" name="Google Shape;979;p91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81" name="Google Shape;981;p91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80;p91">
            <a:extLst>
              <a:ext uri="{FF2B5EF4-FFF2-40B4-BE49-F238E27FC236}">
                <a16:creationId xmlns:a16="http://schemas.microsoft.com/office/drawing/2014/main" id="{6FEC1FEA-F1CA-450B-A8E6-2E7A87C05EE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85C0A85-8A1B-4A9B-9546-E9B8C6A8DA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54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" preserve="1">
  <p:cSld name="Custom Layout 1 1 3 1 1 1 1 1 1"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92;p63">
            <a:extLst>
              <a:ext uri="{FF2B5EF4-FFF2-40B4-BE49-F238E27FC236}">
                <a16:creationId xmlns:a16="http://schemas.microsoft.com/office/drawing/2014/main" id="{F23E6C60-E6BD-4A55-9D4C-9CA66DE74DA3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9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2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92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88" name="Google Shape;988;p92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2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0" name="Google Shape;990;p92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2" name="Google Shape;992;p92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91;p92">
            <a:extLst>
              <a:ext uri="{FF2B5EF4-FFF2-40B4-BE49-F238E27FC236}">
                <a16:creationId xmlns:a16="http://schemas.microsoft.com/office/drawing/2014/main" id="{D99504DC-63AC-4585-A39C-9BB8BC95E3F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61616C6-F2E5-420D-9304-2E985DB93F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53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 1 1" preserve="1">
  <p:cSld name="Custom Layout 1 1 3 1 1 1 1 1 1 1 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9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4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4"/>
          <p:cNvSpPr txBox="1">
            <a:spLocks noGrp="1"/>
          </p:cNvSpPr>
          <p:nvPr>
            <p:ph type="subTitle" idx="1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10" name="Google Shape;1010;p94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11" name="Google Shape;1011;p94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94"/>
          <p:cNvSpPr txBox="1">
            <a:spLocks noGrp="1"/>
          </p:cNvSpPr>
          <p:nvPr>
            <p:ph type="body" idx="2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13" name="Google Shape;1013;p94"/>
          <p:cNvSpPr txBox="1">
            <a:spLocks noGrp="1"/>
          </p:cNvSpPr>
          <p:nvPr>
            <p:ph type="body" idx="3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1014;p94">
            <a:extLst>
              <a:ext uri="{FF2B5EF4-FFF2-40B4-BE49-F238E27FC236}">
                <a16:creationId xmlns:a16="http://schemas.microsoft.com/office/drawing/2014/main" id="{137076C1-D5EE-452E-8BAF-F59F238BB47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F79AFC9-1E74-4693-9124-54DAD54AB0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7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" preserve="1">
  <p:cSld name="Custom Layout 1 1 1 3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9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9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42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9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1" name="Google Shape;1031;p9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2" name="Google Shape;1032;p9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96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4" name="Google Shape;1034;p96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0F081E-9E5A-4353-A8A7-21B8AB6E1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839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" preserve="1">
  <p:cSld name="Custom Layout 1 1 1 1 1 2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12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1" name="Google Shape;1181;p112"/>
          <p:cNvCxnSpPr/>
          <p:nvPr/>
        </p:nvCxnSpPr>
        <p:spPr>
          <a:xfrm>
            <a:off x="0" y="295667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1D1D1B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112"/>
          <p:cNvCxnSpPr/>
          <p:nvPr/>
        </p:nvCxnSpPr>
        <p:spPr>
          <a:xfrm>
            <a:off x="0" y="28007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112"/>
          <p:cNvCxnSpPr/>
          <p:nvPr/>
        </p:nvCxnSpPr>
        <p:spPr>
          <a:xfrm>
            <a:off x="0" y="3112633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11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5" name="Google Shape;1185;p11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F617DCF-8172-4567-BC8E-CB43373CE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577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" preserve="1">
  <p:cSld name="Custom Layout 1 1 1 1 1 2 1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13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3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1" name="Google Shape;1191;p11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24A41A-C820-42A3-86AC-D4E2B155A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579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 1" preserve="1">
  <p:cSld name="Custom Layout 1 1 1 1 1 2 1 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1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6" name="Google Shape;1196;p11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27B351-E675-4BA5-BC0A-B915669EA8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870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1 1" preserve="1">
  <p:cSld name="Custom Layout 1 1 1 1 1 1 1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15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115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11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24" b="-10024"/>
          <a:stretch/>
        </p:blipFill>
        <p:spPr>
          <a:xfrm>
            <a:off x="8800" y="1194201"/>
            <a:ext cx="12326803" cy="270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4DAE67-4232-4682-AB13-CB7E3C1880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0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3 1" preserve="1">
  <p:cSld name="Custom Layout 1 1 1 2 1 3 1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65" name="Google Shape;1065;p10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0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100"/>
          <p:cNvSpPr txBox="1">
            <a:spLocks noGrp="1"/>
          </p:cNvSpPr>
          <p:nvPr>
            <p:ph type="title"/>
          </p:nvPr>
        </p:nvSpPr>
        <p:spPr>
          <a:xfrm>
            <a:off x="1467367" y="431267"/>
            <a:ext cx="10724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07235F-23B3-4984-8263-D1AB3726D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25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2 1" preserve="1">
  <p:cSld name="Custom Layout 1 1 1 2 1 2 1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1"/>
          <p:cNvSpPr txBox="1">
            <a:spLocks noGrp="1"/>
          </p:cNvSpPr>
          <p:nvPr>
            <p:ph type="subTitle" idx="1"/>
          </p:nvPr>
        </p:nvSpPr>
        <p:spPr>
          <a:xfrm>
            <a:off x="1467367" y="1539284"/>
            <a:ext cx="1072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"/>
              <a:buNone/>
              <a:defRPr sz="1333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101"/>
          <p:cNvSpPr txBox="1">
            <a:spLocks noGrp="1"/>
          </p:cNvSpPr>
          <p:nvPr>
            <p:ph type="title"/>
          </p:nvPr>
        </p:nvSpPr>
        <p:spPr>
          <a:xfrm>
            <a:off x="1467367" y="651051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01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4" name="Google Shape;1074;p101"/>
          <p:cNvSpPr txBox="1">
            <a:spLocks noGrp="1"/>
          </p:cNvSpPr>
          <p:nvPr>
            <p:ph type="subTitle" idx="2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3DF5F1-CB77-4F68-BA5E-58207AED22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96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2" preserve="1">
  <p:cSld name="Custom Layout 1 1 1 2 1 1 2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2"/>
          <p:cNvSpPr txBox="1">
            <a:spLocks noGrp="1"/>
          </p:cNvSpPr>
          <p:nvPr>
            <p:ph type="body" idx="1"/>
          </p:nvPr>
        </p:nvSpPr>
        <p:spPr>
          <a:xfrm>
            <a:off x="1467367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78" name="Google Shape;1078;p102"/>
          <p:cNvSpPr txBox="1">
            <a:spLocks noGrp="1"/>
          </p:cNvSpPr>
          <p:nvPr>
            <p:ph type="title"/>
          </p:nvPr>
        </p:nvSpPr>
        <p:spPr>
          <a:xfrm>
            <a:off x="1467367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79" name="Google Shape;1079;p102"/>
          <p:cNvSpPr txBox="1">
            <a:spLocks noGrp="1"/>
          </p:cNvSpPr>
          <p:nvPr>
            <p:ph type="body" idx="2"/>
          </p:nvPr>
        </p:nvSpPr>
        <p:spPr>
          <a:xfrm>
            <a:off x="4909128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0" name="Google Shape;1080;p102"/>
          <p:cNvSpPr txBox="1">
            <a:spLocks noGrp="1"/>
          </p:cNvSpPr>
          <p:nvPr>
            <p:ph type="title" idx="3"/>
          </p:nvPr>
        </p:nvSpPr>
        <p:spPr>
          <a:xfrm>
            <a:off x="4909128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1" name="Google Shape;1081;p102"/>
          <p:cNvSpPr txBox="1">
            <a:spLocks noGrp="1"/>
          </p:cNvSpPr>
          <p:nvPr>
            <p:ph type="body" idx="4"/>
          </p:nvPr>
        </p:nvSpPr>
        <p:spPr>
          <a:xfrm>
            <a:off x="8530252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2" name="Google Shape;1082;p102"/>
          <p:cNvSpPr txBox="1">
            <a:spLocks noGrp="1"/>
          </p:cNvSpPr>
          <p:nvPr>
            <p:ph type="title" idx="5"/>
          </p:nvPr>
        </p:nvSpPr>
        <p:spPr>
          <a:xfrm>
            <a:off x="8530269" y="1835717"/>
            <a:ext cx="30800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3" name="Google Shape;1083;p102"/>
          <p:cNvSpPr txBox="1">
            <a:spLocks noGrp="1"/>
          </p:cNvSpPr>
          <p:nvPr>
            <p:ph type="title" idx="6"/>
          </p:nvPr>
        </p:nvSpPr>
        <p:spPr>
          <a:xfrm>
            <a:off x="1467367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4" name="Google Shape;1084;p102"/>
          <p:cNvSpPr txBox="1">
            <a:spLocks noGrp="1"/>
          </p:cNvSpPr>
          <p:nvPr>
            <p:ph type="title" idx="7"/>
          </p:nvPr>
        </p:nvSpPr>
        <p:spPr>
          <a:xfrm>
            <a:off x="4909128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5" name="Google Shape;1085;p102"/>
          <p:cNvSpPr txBox="1">
            <a:spLocks noGrp="1"/>
          </p:cNvSpPr>
          <p:nvPr>
            <p:ph type="title" idx="8"/>
          </p:nvPr>
        </p:nvSpPr>
        <p:spPr>
          <a:xfrm>
            <a:off x="8530252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6" name="Google Shape;1086;p10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87" name="Google Shape;1087;p10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2"/>
          <p:cNvSpPr txBox="1">
            <a:spLocks noGrp="1"/>
          </p:cNvSpPr>
          <p:nvPr>
            <p:ph type="title" idx="9"/>
          </p:nvPr>
        </p:nvSpPr>
        <p:spPr>
          <a:xfrm>
            <a:off x="1200600" y="6312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9" name="Google Shape;1089;p102"/>
          <p:cNvSpPr txBox="1">
            <a:spLocks noGrp="1"/>
          </p:cNvSpPr>
          <p:nvPr>
            <p:ph type="subTitle" idx="13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33143F9-3D0D-4B4E-B5C4-9E01BCA56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8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2" preserve="1">
  <p:cSld name="Custom Layout 1 1 1 2 1 1 1 1 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0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72"/>
          <a:stretch/>
        </p:blipFill>
        <p:spPr>
          <a:xfrm rot="10800000" flipH="1">
            <a:off x="0" y="-2"/>
            <a:ext cx="12191995" cy="17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0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2" name="Google Shape;1112;p104"/>
          <p:cNvSpPr txBox="1">
            <a:spLocks noGrp="1"/>
          </p:cNvSpPr>
          <p:nvPr>
            <p:ph type="title"/>
          </p:nvPr>
        </p:nvSpPr>
        <p:spPr>
          <a:xfrm>
            <a:off x="1200600" y="6414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10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BD77BB-68D7-41C4-8E3F-ED2CE8413B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5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preserve="1" userDrawn="1">
  <p:cSld name="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AF887C3-FE4C-4080-BB63-D5ABFD0FC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4451" y="6511679"/>
            <a:ext cx="1254599" cy="265315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7C33F88-00E0-6A4E-7C55-7FFD08DDAF6D}"/>
              </a:ext>
            </a:extLst>
          </p:cNvPr>
          <p:cNvSpPr/>
          <p:nvPr userDrawn="1"/>
        </p:nvSpPr>
        <p:spPr>
          <a:xfrm>
            <a:off x="193470" y="6419540"/>
            <a:ext cx="10405605" cy="398260"/>
          </a:xfrm>
          <a:prstGeom prst="roundRect">
            <a:avLst/>
          </a:prstGeom>
          <a:solidFill>
            <a:srgbClr val="002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1027BA-A241-2BBE-35F0-DE76AACFED76}"/>
              </a:ext>
            </a:extLst>
          </p:cNvPr>
          <p:cNvSpPr txBox="1"/>
          <p:nvPr userDrawn="1"/>
        </p:nvSpPr>
        <p:spPr>
          <a:xfrm>
            <a:off x="778721" y="6464782"/>
            <a:ext cx="4584140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Os dados 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CORRETOS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nas pontas dos 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NOSSOS</a:t>
            </a:r>
            <a:r>
              <a:rPr kumimoji="0" lang="pt-BR" sz="1400" b="1" i="1" u="none" strike="noStrike" kern="1200" cap="none" spc="0" normalizeH="0" baseline="0" noProof="0">
                <a:ln>
                  <a:noFill/>
                </a:ln>
                <a:solidFill>
                  <a:srgbClr val="F3F6F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dedos!</a:t>
            </a:r>
            <a:endParaRPr kumimoji="0" lang="pt-BR" sz="1400" b="1" i="1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7BF3F82-B9CD-186F-CE12-5ACBA11AB97D}"/>
              </a:ext>
            </a:extLst>
          </p:cNvPr>
          <p:cNvCxnSpPr>
            <a:cxnSpLocks/>
          </p:cNvCxnSpPr>
          <p:nvPr userDrawn="1"/>
        </p:nvCxnSpPr>
        <p:spPr>
          <a:xfrm>
            <a:off x="5325370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9FF6EFC-FA9D-2A30-C475-4799CB432BC6}"/>
              </a:ext>
            </a:extLst>
          </p:cNvPr>
          <p:cNvGrpSpPr/>
          <p:nvPr userDrawn="1"/>
        </p:nvGrpSpPr>
        <p:grpSpPr>
          <a:xfrm>
            <a:off x="433303" y="6428980"/>
            <a:ext cx="324000" cy="380611"/>
            <a:chOff x="519028" y="6428980"/>
            <a:chExt cx="324000" cy="380611"/>
          </a:xfrm>
        </p:grpSpPr>
        <p:pic>
          <p:nvPicPr>
            <p:cNvPr id="6" name="Gráfico 5" descr="Dedo indicador apontando para a direita estrutura de tópicos">
              <a:extLst>
                <a:ext uri="{FF2B5EF4-FFF2-40B4-BE49-F238E27FC236}">
                  <a16:creationId xmlns:a16="http://schemas.microsoft.com/office/drawing/2014/main" id="{01C3EFEC-4634-F95F-5065-BE1A4D9D88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519028" y="6485591"/>
              <a:ext cx="324000" cy="324000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B9B415DF-28F4-E1FA-084F-82C8032CF940}"/>
                </a:ext>
              </a:extLst>
            </p:cNvPr>
            <p:cNvCxnSpPr/>
            <p:nvPr/>
          </p:nvCxnSpPr>
          <p:spPr>
            <a:xfrm>
              <a:off x="523530" y="6516236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7AB4FAEC-877F-7AD5-5C0F-7B039DE6816F}"/>
                </a:ext>
              </a:extLst>
            </p:cNvPr>
            <p:cNvCxnSpPr>
              <a:cxnSpLocks/>
            </p:cNvCxnSpPr>
            <p:nvPr/>
          </p:nvCxnSpPr>
          <p:spPr>
            <a:xfrm>
              <a:off x="705130" y="6522134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8273FE6-2E5B-BB9B-22F1-6F6FBFEEF742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76837" y="6469085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BB0CF390-1016-FE17-DCE4-8000683718E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53011" y="6469085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04F8B106-CC1E-98D4-4FFD-D6BE57EA8EB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2643" y="6446980"/>
              <a:ext cx="36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2A9C7E29-F00D-A845-AFF1-E98DABBCC003}"/>
                </a:ext>
              </a:extLst>
            </p:cNvPr>
            <p:cNvCxnSpPr>
              <a:cxnSpLocks/>
            </p:cNvCxnSpPr>
            <p:nvPr/>
          </p:nvCxnSpPr>
          <p:spPr>
            <a:xfrm rot="1500000">
              <a:off x="705414" y="6575661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25503774-E4C0-6860-CEC3-1429A5D2F8F8}"/>
                </a:ext>
              </a:extLst>
            </p:cNvPr>
            <p:cNvCxnSpPr>
              <a:cxnSpLocks/>
            </p:cNvCxnSpPr>
            <p:nvPr/>
          </p:nvCxnSpPr>
          <p:spPr>
            <a:xfrm rot="20100000" flipH="1">
              <a:off x="529197" y="6575661"/>
              <a:ext cx="72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CC7E9228-38CF-45FA-B38C-3F87321A792E}"/>
                </a:ext>
              </a:extLst>
            </p:cNvPr>
            <p:cNvCxnSpPr>
              <a:cxnSpLocks/>
            </p:cNvCxnSpPr>
            <p:nvPr/>
          </p:nvCxnSpPr>
          <p:spPr>
            <a:xfrm rot="20100000" flipH="1">
              <a:off x="558750" y="6549343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C5796F-73C5-1AB8-6A53-41A78FAAE12A}"/>
                </a:ext>
              </a:extLst>
            </p:cNvPr>
            <p:cNvCxnSpPr>
              <a:cxnSpLocks/>
            </p:cNvCxnSpPr>
            <p:nvPr/>
          </p:nvCxnSpPr>
          <p:spPr>
            <a:xfrm rot="1500000">
              <a:off x="711150" y="6544577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303D3124-0737-6F7D-2ED8-734840F85FCF}"/>
                </a:ext>
              </a:extLst>
            </p:cNvPr>
            <p:cNvCxnSpPr>
              <a:cxnSpLocks/>
            </p:cNvCxnSpPr>
            <p:nvPr/>
          </p:nvCxnSpPr>
          <p:spPr>
            <a:xfrm rot="1500000" flipH="1" flipV="1">
              <a:off x="558750" y="6494578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5FF22BC9-61F0-0E36-F095-AFFA00CDD27F}"/>
                </a:ext>
              </a:extLst>
            </p:cNvPr>
            <p:cNvCxnSpPr>
              <a:cxnSpLocks/>
            </p:cNvCxnSpPr>
            <p:nvPr/>
          </p:nvCxnSpPr>
          <p:spPr>
            <a:xfrm rot="20100000" flipV="1">
              <a:off x="711150" y="6489812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2BBCE815-06FE-278D-25E5-2F0F9DE4AE25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668072" y="6466746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5AF36CA4-8FD6-E689-0F2F-0574861D7E41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613304" y="6464279"/>
              <a:ext cx="18000" cy="0"/>
            </a:xfrm>
            <a:prstGeom prst="line">
              <a:avLst/>
            </a:prstGeom>
            <a:ln w="952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Gráfico 20" descr="Escudo com marca de verificação com preenchimento sólido">
            <a:extLst>
              <a:ext uri="{FF2B5EF4-FFF2-40B4-BE49-F238E27FC236}">
                <a16:creationId xmlns:a16="http://schemas.microsoft.com/office/drawing/2014/main" id="{4019E5AA-AED1-544F-0C1C-FB3438393B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9297" y="6438670"/>
            <a:ext cx="360000" cy="360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DED458-0A5D-E6BE-6797-6D6A2724A7AE}"/>
              </a:ext>
            </a:extLst>
          </p:cNvPr>
          <p:cNvSpPr txBox="1"/>
          <p:nvPr userDrawn="1"/>
        </p:nvSpPr>
        <p:spPr>
          <a:xfrm>
            <a:off x="5743025" y="6500721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Confiança</a:t>
            </a:r>
          </a:p>
        </p:txBody>
      </p:sp>
      <p:pic>
        <p:nvPicPr>
          <p:cNvPr id="23" name="Gráfico 22" descr="Medidor com preenchimento sólido">
            <a:extLst>
              <a:ext uri="{FF2B5EF4-FFF2-40B4-BE49-F238E27FC236}">
                <a16:creationId xmlns:a16="http://schemas.microsoft.com/office/drawing/2014/main" id="{3ACB9C4E-07C9-B319-6E32-64D042B1C8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5136" y="6438670"/>
            <a:ext cx="360000" cy="360000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CE2D44A7-A458-5709-0920-A869E6D6E23F}"/>
              </a:ext>
            </a:extLst>
          </p:cNvPr>
          <p:cNvSpPr txBox="1"/>
          <p:nvPr userDrawn="1"/>
        </p:nvSpPr>
        <p:spPr>
          <a:xfrm>
            <a:off x="7093710" y="6500721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Qualidade</a:t>
            </a:r>
          </a:p>
        </p:txBody>
      </p:sp>
      <p:pic>
        <p:nvPicPr>
          <p:cNvPr id="25" name="Gráfico 24" descr="Foguete com preenchimento sólido">
            <a:extLst>
              <a:ext uri="{FF2B5EF4-FFF2-40B4-BE49-F238E27FC236}">
                <a16:creationId xmlns:a16="http://schemas.microsoft.com/office/drawing/2014/main" id="{9F261C38-1B4A-1541-6647-0805623CF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2071" y="6438670"/>
            <a:ext cx="360000" cy="3600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BEE38577-32C4-A226-80F3-26B9A83E7683}"/>
              </a:ext>
            </a:extLst>
          </p:cNvPr>
          <p:cNvSpPr txBox="1"/>
          <p:nvPr userDrawn="1"/>
        </p:nvSpPr>
        <p:spPr>
          <a:xfrm>
            <a:off x="8409887" y="6500721"/>
            <a:ext cx="769670" cy="2358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Agilidade</a:t>
            </a:r>
          </a:p>
        </p:txBody>
      </p:sp>
      <p:pic>
        <p:nvPicPr>
          <p:cNvPr id="27" name="Gráfico 26" descr="Gráfico de barras com tendência ascendente com preenchimento sólido">
            <a:extLst>
              <a:ext uri="{FF2B5EF4-FFF2-40B4-BE49-F238E27FC236}">
                <a16:creationId xmlns:a16="http://schemas.microsoft.com/office/drawing/2014/main" id="{8A73FF0F-0EEF-ADE3-8EFC-D04D21976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1473" y="6438670"/>
            <a:ext cx="360000" cy="3600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4D320B8E-6432-AA7B-2FBD-251DAB7134CE}"/>
              </a:ext>
            </a:extLst>
          </p:cNvPr>
          <p:cNvSpPr txBox="1"/>
          <p:nvPr userDrawn="1"/>
        </p:nvSpPr>
        <p:spPr>
          <a:xfrm>
            <a:off x="9786249" y="6428939"/>
            <a:ext cx="769670" cy="3794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466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33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Melhores decisões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D1575AE4-0642-DB00-FA6A-825DCD448128}"/>
              </a:ext>
            </a:extLst>
          </p:cNvPr>
          <p:cNvCxnSpPr>
            <a:cxnSpLocks/>
          </p:cNvCxnSpPr>
          <p:nvPr userDrawn="1"/>
        </p:nvCxnSpPr>
        <p:spPr>
          <a:xfrm>
            <a:off x="10599075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78392B6-ABA6-C10B-2AFA-C6E0C41D1026}"/>
              </a:ext>
            </a:extLst>
          </p:cNvPr>
          <p:cNvCxnSpPr>
            <a:cxnSpLocks/>
          </p:cNvCxnSpPr>
          <p:nvPr userDrawn="1"/>
        </p:nvCxnSpPr>
        <p:spPr>
          <a:xfrm>
            <a:off x="6643796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E5316260-846C-40F8-0B0E-D4748A34BEB8}"/>
              </a:ext>
            </a:extLst>
          </p:cNvPr>
          <p:cNvCxnSpPr>
            <a:cxnSpLocks/>
          </p:cNvCxnSpPr>
          <p:nvPr userDrawn="1"/>
        </p:nvCxnSpPr>
        <p:spPr>
          <a:xfrm>
            <a:off x="7962222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63B5E582-7BDE-7580-0D00-D1ADB513F693}"/>
              </a:ext>
            </a:extLst>
          </p:cNvPr>
          <p:cNvCxnSpPr>
            <a:cxnSpLocks/>
          </p:cNvCxnSpPr>
          <p:nvPr userDrawn="1"/>
        </p:nvCxnSpPr>
        <p:spPr>
          <a:xfrm>
            <a:off x="9280648" y="6474670"/>
            <a:ext cx="0" cy="288000"/>
          </a:xfrm>
          <a:prstGeom prst="line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255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preserve="1">
  <p:cSld name="1_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5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10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29919A-9715-4F54-A519-A1207A10E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2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1 1" preserve="1">
  <p:cSld name="Custom Layout 1 1 1 2 1 1 1 1 1 1 1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6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2" name="Google Shape;1122;p106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54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3" name="Google Shape;1123;p10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B9F8BD-6015-402B-9C4C-6330BDAC06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5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 1" preserve="1">
  <p:cSld name="1_Custom Layout 1 1 2 1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07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7" name="Google Shape;1127;p10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76D0E4-AACA-4DEA-9BA1-860B37E01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2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" preserve="1">
  <p:cSld name="Custom Layout 1 1 2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8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p118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B5D2E9-5364-4CE8-92E9-1C0B9B69C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6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 1" preserve="1">
  <p:cSld name="Custom Layout 1 1 1 1 2 2 1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1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11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111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111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71" name="Google Shape;1171;p111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11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3" name="Google Shape;1173;p111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5" name="Google Shape;1175;p111"/>
          <p:cNvSpPr/>
          <p:nvPr/>
        </p:nvSpPr>
        <p:spPr>
          <a:xfrm>
            <a:off x="0" y="6170533"/>
            <a:ext cx="123444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6" name="Google Shape;1176;p111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F7E1594C-AEDA-4C2D-93BD-3A34EBA9356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096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84F76D0-4300-4FB3-91CD-79E58AADE6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74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" preserve="1">
  <p:cSld name="Custom Layout 1 1 1 1 2 2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8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08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08"/>
          <p:cNvSpPr txBox="1">
            <a:spLocks noGrp="1"/>
          </p:cNvSpPr>
          <p:nvPr>
            <p:ph type="subTitle" idx="1"/>
          </p:nvPr>
        </p:nvSpPr>
        <p:spPr>
          <a:xfrm>
            <a:off x="6163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108"/>
          <p:cNvSpPr txBox="1">
            <a:spLocks noGrp="1"/>
          </p:cNvSpPr>
          <p:nvPr>
            <p:ph type="title"/>
          </p:nvPr>
        </p:nvSpPr>
        <p:spPr>
          <a:xfrm>
            <a:off x="6103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108"/>
          <p:cNvSpPr txBox="1">
            <a:spLocks noGrp="1"/>
          </p:cNvSpPr>
          <p:nvPr>
            <p:ph type="body" idx="2"/>
          </p:nvPr>
        </p:nvSpPr>
        <p:spPr>
          <a:xfrm>
            <a:off x="6163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36" name="Google Shape;1136;p108"/>
          <p:cNvSpPr/>
          <p:nvPr/>
        </p:nvSpPr>
        <p:spPr>
          <a:xfrm>
            <a:off x="6174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8"/>
          <p:cNvSpPr/>
          <p:nvPr/>
        </p:nvSpPr>
        <p:spPr>
          <a:xfrm rot="4172101">
            <a:off x="-4028156" y="-4194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8" name="Google Shape;1138;p108"/>
          <p:cNvSpPr>
            <a:spLocks noGrp="1"/>
          </p:cNvSpPr>
          <p:nvPr>
            <p:ph type="pic" idx="3"/>
          </p:nvPr>
        </p:nvSpPr>
        <p:spPr>
          <a:xfrm>
            <a:off x="2061067" y="815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3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1F7A73E0-5FD4-4E3C-9FE5-84AF542E41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600" y="399894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0E55075-E25B-440B-8023-521908D6B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63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1 1 1" preserve="1">
  <p:cSld name="Custom Layout 1 1 1 1 2 1 1 1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0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10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10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"/>
              <a:buNone/>
              <a:defRPr sz="1600" i="1">
                <a:solidFill>
                  <a:srgbClr val="1D1D1B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7" name="Google Shape;1157;p110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4000"/>
              <a:buFont typeface="Open Sans ExtraBold"/>
              <a:buNone/>
              <a:defRPr sz="5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8" name="Google Shape;1158;p110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59" name="Google Shape;1159;p110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10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1" name="Google Shape;1161;p110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3" name="Google Shape;1163;p11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4" name="Google Shape;1164;p110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95FE2967-B3FF-4460-849F-805EB63883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1101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B1B220-DAE1-4EE3-9A34-A4B027C408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5990" y="6300495"/>
            <a:ext cx="2022369" cy="42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95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 1" preserve="1">
  <p:cSld name="Custom Layout 1 1 1 3 1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1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1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7" name="Google Shape;1207;p11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11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09" name="Google Shape;1209;p11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0" name="Google Shape;1210;p11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13BE6AA-6A31-449D-A5A8-2FC213CE4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33539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982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4" preserve="1">
  <p:cSld name="Custom Layout 1 1 1 4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1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17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7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117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7" name="Google Shape;1217;p117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8" name="Google Shape;1218;p117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A85E2D-DE07-45F2-97B7-7C66E0C31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264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T&amp;L Cover slide" preserve="1">
  <p:cSld name="1-T&amp;L Cover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3090;p302">
            <a:extLst>
              <a:ext uri="{FF2B5EF4-FFF2-40B4-BE49-F238E27FC236}">
                <a16:creationId xmlns:a16="http://schemas.microsoft.com/office/drawing/2014/main" id="{0747DFCF-B99D-4D49-AF58-DBF53D323B13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2534" y="-16509"/>
            <a:ext cx="12250707" cy="68910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24" name="Google Shape;24;p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1674" y="5301381"/>
            <a:ext cx="7033319" cy="1574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888600" y="2081267"/>
            <a:ext cx="55976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88593" y="1706880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878728" y="1302171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23;p3">
            <a:extLst>
              <a:ext uri="{FF2B5EF4-FFF2-40B4-BE49-F238E27FC236}">
                <a16:creationId xmlns:a16="http://schemas.microsoft.com/office/drawing/2014/main" id="{1547B534-F0C8-4F77-BAE5-E9E7FDE7E2D6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z="1867" smtClean="0"/>
              <a:pPr/>
              <a:t>‹nº›</a:t>
            </a:fld>
            <a:endParaRPr lang="en-GB" sz="1867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D7DDB53-C4C1-4728-B9A4-E86F2B9915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219" y="5811453"/>
            <a:ext cx="3320532" cy="702201"/>
          </a:xfrm>
          <a:prstGeom prst="rect">
            <a:avLst/>
          </a:prstGeom>
        </p:spPr>
      </p:pic>
      <p:sp>
        <p:nvSpPr>
          <p:cNvPr id="32" name="Google Shape;2551;p259">
            <a:extLst>
              <a:ext uri="{FF2B5EF4-FFF2-40B4-BE49-F238E27FC236}">
                <a16:creationId xmlns:a16="http://schemas.microsoft.com/office/drawing/2014/main" id="{2AAD1965-A3C4-4B6B-981C-CD885CF00C83}"/>
              </a:ext>
            </a:extLst>
          </p:cNvPr>
          <p:cNvSpPr/>
          <p:nvPr userDrawn="1"/>
        </p:nvSpPr>
        <p:spPr>
          <a:xfrm rot="16856829">
            <a:off x="6321696" y="3400655"/>
            <a:ext cx="4028232" cy="3852580"/>
          </a:xfrm>
          <a:prstGeom prst="arc">
            <a:avLst>
              <a:gd name="adj1" fmla="val 17096738"/>
              <a:gd name="adj2" fmla="val 461596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Open Sans" panose="020B0606030504020204" pitchFamily="34" charset="0"/>
            </a:endParaRPr>
          </a:p>
        </p:txBody>
      </p:sp>
      <p:pic>
        <p:nvPicPr>
          <p:cNvPr id="33" name="Google Shape;2552;p259">
            <a:extLst>
              <a:ext uri="{FF2B5EF4-FFF2-40B4-BE49-F238E27FC236}">
                <a16:creationId xmlns:a16="http://schemas.microsoft.com/office/drawing/2014/main" id="{F987D43E-C6C9-4D3E-837B-EB8A7ACC573E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9792" y="4935198"/>
            <a:ext cx="729853" cy="923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2553;p259">
            <a:extLst>
              <a:ext uri="{FF2B5EF4-FFF2-40B4-BE49-F238E27FC236}">
                <a16:creationId xmlns:a16="http://schemas.microsoft.com/office/drawing/2014/main" id="{1F3E534F-7A5C-4EFA-9762-7C65FE4AE77D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8608" y="3046669"/>
            <a:ext cx="857976" cy="742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2840C3EA-F731-4ECE-AB5A-DBBDCBFC52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3289" y="4128038"/>
            <a:ext cx="1589675" cy="1358801"/>
          </a:xfrm>
          <a:prstGeom prst="rect">
            <a:avLst/>
          </a:prstGeom>
        </p:spPr>
      </p:pic>
      <p:pic>
        <p:nvPicPr>
          <p:cNvPr id="37" name="Google Shape;46;p4">
            <a:extLst>
              <a:ext uri="{FF2B5EF4-FFF2-40B4-BE49-F238E27FC236}">
                <a16:creationId xmlns:a16="http://schemas.microsoft.com/office/drawing/2014/main" id="{948862C0-B816-4117-A4CA-BF26C29117D2}"/>
              </a:ext>
            </a:extLst>
          </p:cNvPr>
          <p:cNvPicPr preferRelativeResize="0"/>
          <p:nvPr userDrawn="1"/>
        </p:nvPicPr>
        <p:blipFill>
          <a:blip r:embed="rId8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8268" y="30936"/>
            <a:ext cx="1886003" cy="1142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4828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0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Custom Layout 1 4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0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0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60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60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1" name="Google Shape;672;p60">
            <a:extLst>
              <a:ext uri="{FF2B5EF4-FFF2-40B4-BE49-F238E27FC236}">
                <a16:creationId xmlns:a16="http://schemas.microsoft.com/office/drawing/2014/main" id="{643ABBCA-C9CF-49C5-B6B7-C2BB3E564B2C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396063F-B8A9-4DC9-B62C-508044E7C4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13A01D1-7733-4D34-808D-AD39DC8D0058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259ADFE-B805-480C-9507-BEC97D2767D1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F8A91CF-F168-44CD-87F6-E24D52D84740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C744838-4B44-4AD3-857A-94C6FF73A110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5518EEDE-4C15-4272-A5F1-2027B5E62AAC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93EC5E7-3EC0-482C-A857-BC488A780B30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A42E4E7-A6F0-478F-8435-3CCF050B6C73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DD17EEBB-AE32-4E7D-916D-DAC76A6EED45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005774C5-0380-4FCA-8BF1-3F38B5E45D3C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4816ECDC-CBD3-45D0-B4B9-0A67789A059B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31158527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5" preserve="1">
  <p:cSld name="Custom Layout 1 5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6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84765" y="-35335"/>
            <a:ext cx="12391465" cy="69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12062"/>
            <a:ext cx="779340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1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6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6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61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22" name="Google Shape;682;p61">
            <a:extLst>
              <a:ext uri="{FF2B5EF4-FFF2-40B4-BE49-F238E27FC236}">
                <a16:creationId xmlns:a16="http://schemas.microsoft.com/office/drawing/2014/main" id="{2CC7DE75-A718-4D7C-A0DF-5D95F706E61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F636ED1-8E12-41BF-9F6B-7E1833F1DD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651" y="6006481"/>
            <a:ext cx="2390116" cy="505444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8560A63-18BE-4C0C-B470-D1A7AD0DF15C}"/>
              </a:ext>
            </a:extLst>
          </p:cNvPr>
          <p:cNvGrpSpPr/>
          <p:nvPr userDrawn="1"/>
        </p:nvGrpSpPr>
        <p:grpSpPr>
          <a:xfrm>
            <a:off x="1335364" y="4166518"/>
            <a:ext cx="3085661" cy="2248689"/>
            <a:chOff x="3955254" y="2734741"/>
            <a:chExt cx="1045042" cy="761579"/>
          </a:xfrm>
        </p:grpSpPr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F6E7331E-BE16-473E-B598-0773D1CF9F56}"/>
                </a:ext>
              </a:extLst>
            </p:cNvPr>
            <p:cNvSpPr/>
            <p:nvPr userDrawn="1"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EF24B89-C530-4418-BEE0-A53F2250B71B}"/>
                </a:ext>
              </a:extLst>
            </p:cNvPr>
            <p:cNvSpPr/>
            <p:nvPr userDrawn="1"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093F792-8F09-4FDD-AA4E-0F8C140BCD03}"/>
                </a:ext>
              </a:extLst>
            </p:cNvPr>
            <p:cNvSpPr/>
            <p:nvPr userDrawn="1"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88DFEAB5-03CD-4791-B69C-213EB5317B37}"/>
                </a:ext>
              </a:extLst>
            </p:cNvPr>
            <p:cNvSpPr/>
            <p:nvPr userDrawn="1"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A60C31AE-B7E8-4232-AFD8-D26C878BDFDF}"/>
                </a:ext>
              </a:extLst>
            </p:cNvPr>
            <p:cNvSpPr/>
            <p:nvPr userDrawn="1"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0584541-8C46-4D65-AAA0-886FA5495900}"/>
                </a:ext>
              </a:extLst>
            </p:cNvPr>
            <p:cNvSpPr/>
            <p:nvPr userDrawn="1"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14F52EBA-2591-4DB4-BB36-D418DBE1A141}"/>
                </a:ext>
              </a:extLst>
            </p:cNvPr>
            <p:cNvSpPr/>
            <p:nvPr userDrawn="1"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15468F6D-C586-4D6E-B9F9-A136A4856950}"/>
                </a:ext>
              </a:extLst>
            </p:cNvPr>
            <p:cNvSpPr/>
            <p:nvPr userDrawn="1"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E57B4BD-710B-4451-80F0-FB0C642040E4}"/>
                </a:ext>
              </a:extLst>
            </p:cNvPr>
            <p:cNvSpPr/>
            <p:nvPr userDrawn="1"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2400"/>
            </a:p>
          </p:txBody>
        </p:sp>
      </p:grpSp>
    </p:spTree>
    <p:extLst>
      <p:ext uri="{BB962C8B-B14F-4D97-AF65-F5344CB8AC3E}">
        <p14:creationId xmlns:p14="http://schemas.microsoft.com/office/powerpoint/2010/main" val="12805099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5" preserve="1">
  <p:cSld name="Custom Layout 1 3 1 1 2 5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692;p63">
            <a:extLst>
              <a:ext uri="{FF2B5EF4-FFF2-40B4-BE49-F238E27FC236}">
                <a16:creationId xmlns:a16="http://schemas.microsoft.com/office/drawing/2014/main" id="{FB40C57F-2D86-4D18-846D-CE67532B176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2"/>
          <p:cNvSpPr/>
          <p:nvPr/>
        </p:nvSpPr>
        <p:spPr>
          <a:xfrm>
            <a:off x="-92000" y="6170533"/>
            <a:ext cx="12401987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4" name="Google Shape;794;p72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95" name="Google Shape;795;p7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AA8008-CE06-40DE-8A1A-66FE9E1BED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79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4 1" preserve="1">
  <p:cSld name="Custom Layout 1 3 1 1 2 4 1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26;p66">
            <a:extLst>
              <a:ext uri="{FF2B5EF4-FFF2-40B4-BE49-F238E27FC236}">
                <a16:creationId xmlns:a16="http://schemas.microsoft.com/office/drawing/2014/main" id="{378E6D45-F48C-4D8A-AA2A-9939F76319D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2" name="Google Shape;802;p73"/>
          <p:cNvSpPr txBox="1">
            <a:spLocks noGrp="1"/>
          </p:cNvSpPr>
          <p:nvPr>
            <p:ph type="title"/>
          </p:nvPr>
        </p:nvSpPr>
        <p:spPr>
          <a:xfrm>
            <a:off x="5883033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5" name="Google Shape;805;p73"/>
          <p:cNvSpPr txBox="1">
            <a:spLocks noGrp="1"/>
          </p:cNvSpPr>
          <p:nvPr>
            <p:ph type="body" idx="2"/>
          </p:nvPr>
        </p:nvSpPr>
        <p:spPr>
          <a:xfrm>
            <a:off x="5943900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06;p73">
            <a:extLst>
              <a:ext uri="{FF2B5EF4-FFF2-40B4-BE49-F238E27FC236}">
                <a16:creationId xmlns:a16="http://schemas.microsoft.com/office/drawing/2014/main" id="{E7F10D4F-C541-4346-9357-0962FC0ADB9D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785E7C3-5A1D-49EC-BC3D-F7E6F18767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033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" preserve="1">
  <p:cSld name="Custom Layout 1 3 1 1 2 1 2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6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6" name="Google Shape;826;p76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27" name="Google Shape;827;p7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76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830;p76">
            <a:extLst>
              <a:ext uri="{FF2B5EF4-FFF2-40B4-BE49-F238E27FC236}">
                <a16:creationId xmlns:a16="http://schemas.microsoft.com/office/drawing/2014/main" id="{B0A0C183-29E1-48C9-919D-9AB15EF2DE7F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B8F19BA-D2DE-4089-9EB0-F007C75CB8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51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2 1" preserve="1">
  <p:cSld name="Custom Layout 1 3 1 1 2 1 2 1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4000" y="-88366"/>
            <a:ext cx="12214469" cy="696233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7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p77"/>
          <p:cNvSpPr txBox="1">
            <a:spLocks noGrp="1"/>
          </p:cNvSpPr>
          <p:nvPr>
            <p:ph type="title"/>
          </p:nvPr>
        </p:nvSpPr>
        <p:spPr>
          <a:xfrm>
            <a:off x="5661367" y="1799217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ExtraBold"/>
              <a:buNone/>
              <a:defRPr sz="34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35" name="Google Shape;835;p7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77"/>
          <p:cNvSpPr txBox="1">
            <a:spLocks noGrp="1"/>
          </p:cNvSpPr>
          <p:nvPr>
            <p:ph type="body" idx="2"/>
          </p:nvPr>
        </p:nvSpPr>
        <p:spPr>
          <a:xfrm>
            <a:off x="5722233" y="30108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0" name="Google Shape;838;p77">
            <a:extLst>
              <a:ext uri="{FF2B5EF4-FFF2-40B4-BE49-F238E27FC236}">
                <a16:creationId xmlns:a16="http://schemas.microsoft.com/office/drawing/2014/main" id="{F6CC3871-6B96-41AF-95CD-CF9981A69985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3FB4927-0D00-4F59-BD63-B0BADE4151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480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1 1" preserve="1">
  <p:cSld name="Custom Layout 1 3 1 1 2 1 1 1 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8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1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6" name="Google Shape;866;p81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81"/>
          <p:cNvSpPr txBox="1">
            <a:spLocks noGrp="1"/>
          </p:cNvSpPr>
          <p:nvPr>
            <p:ph type="title"/>
          </p:nvPr>
        </p:nvSpPr>
        <p:spPr>
          <a:xfrm>
            <a:off x="6417067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9" name="Google Shape;869;p81"/>
          <p:cNvSpPr txBox="1">
            <a:spLocks noGrp="1"/>
          </p:cNvSpPr>
          <p:nvPr>
            <p:ph type="body" idx="2"/>
          </p:nvPr>
        </p:nvSpPr>
        <p:spPr>
          <a:xfrm>
            <a:off x="6417067" y="3528933"/>
            <a:ext cx="4627600" cy="19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●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○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 Light"/>
              <a:buChar char="■"/>
              <a:defRPr sz="1467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0" name="Google Shape;870;p81">
            <a:extLst>
              <a:ext uri="{FF2B5EF4-FFF2-40B4-BE49-F238E27FC236}">
                <a16:creationId xmlns:a16="http://schemas.microsoft.com/office/drawing/2014/main" id="{9CAE439A-90C9-477F-B07D-C9BA72C0F4D0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009AE16-15F9-4292-88AD-821CA6B6AA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055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" preserve="1">
  <p:cSld name="Title and Content 1 3 1 1 1 1 1 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900" y="-23933"/>
            <a:ext cx="12256000" cy="689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29;p18">
            <a:extLst>
              <a:ext uri="{FF2B5EF4-FFF2-40B4-BE49-F238E27FC236}">
                <a16:creationId xmlns:a16="http://schemas.microsoft.com/office/drawing/2014/main" id="{06FABB0F-823E-4454-A321-6ABF07A4BF77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09B5E27-6A8C-4322-B524-DDC87F68D3B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200EC5-18BF-4CAD-84DE-7A8F99905194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23" name="Google Shape;2551;p259">
              <a:extLst>
                <a:ext uri="{FF2B5EF4-FFF2-40B4-BE49-F238E27FC236}">
                  <a16:creationId xmlns:a16="http://schemas.microsoft.com/office/drawing/2014/main" id="{03F47441-5191-4D90-AFB4-C3E4AA7990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4" name="Google Shape;2552;p259">
              <a:extLst>
                <a:ext uri="{FF2B5EF4-FFF2-40B4-BE49-F238E27FC236}">
                  <a16:creationId xmlns:a16="http://schemas.microsoft.com/office/drawing/2014/main" id="{F7E9584C-99B0-4DDE-94F6-FE059727A3E7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53;p259">
              <a:extLst>
                <a:ext uri="{FF2B5EF4-FFF2-40B4-BE49-F238E27FC236}">
                  <a16:creationId xmlns:a16="http://schemas.microsoft.com/office/drawing/2014/main" id="{D39D7654-4C01-4087-9A85-CDE971B952AC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BD1F8568-275F-42D5-9CE2-00E96C4B3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22481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" preserve="1">
  <p:cSld name="Title and Content 1 3 1 1 1 1 1 1 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57231" y="-70664"/>
            <a:ext cx="12363933" cy="694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42;p19">
            <a:extLst>
              <a:ext uri="{FF2B5EF4-FFF2-40B4-BE49-F238E27FC236}">
                <a16:creationId xmlns:a16="http://schemas.microsoft.com/office/drawing/2014/main" id="{BF5E8F30-B3C8-47C4-B281-7FF77CF58402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7EC1B96-DD63-444B-9624-D09BD9FC20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29B7488-5641-4895-9077-CAD782E16C9E}"/>
              </a:ext>
            </a:extLst>
          </p:cNvPr>
          <p:cNvGrpSpPr/>
          <p:nvPr userDrawn="1"/>
        </p:nvGrpSpPr>
        <p:grpSpPr>
          <a:xfrm>
            <a:off x="960427" y="3942312"/>
            <a:ext cx="4172804" cy="3712877"/>
            <a:chOff x="5528331" y="2177268"/>
            <a:chExt cx="6412638" cy="5705835"/>
          </a:xfrm>
        </p:grpSpPr>
        <p:sp>
          <p:nvSpPr>
            <p:cNvPr id="19" name="Google Shape;2551;p259">
              <a:extLst>
                <a:ext uri="{FF2B5EF4-FFF2-40B4-BE49-F238E27FC236}">
                  <a16:creationId xmlns:a16="http://schemas.microsoft.com/office/drawing/2014/main" id="{F0C65DB9-DEEE-4F28-9D86-8863D2F36F53}"/>
                </a:ext>
              </a:extLst>
            </p:cNvPr>
            <p:cNvSpPr/>
            <p:nvPr/>
          </p:nvSpPr>
          <p:spPr>
            <a:xfrm rot="-4743171">
              <a:off x="6137403" y="2647600"/>
              <a:ext cx="5352195" cy="5118811"/>
            </a:xfrm>
            <a:prstGeom prst="arc">
              <a:avLst>
                <a:gd name="adj1" fmla="val 17096738"/>
                <a:gd name="adj2" fmla="val 4615968"/>
              </a:avLst>
            </a:prstGeom>
            <a:noFill/>
            <a:ln w="38100" cap="flat" cmpd="sng">
              <a:solidFill>
                <a:srgbClr val="1D1D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latin typeface="Open Sans" panose="020B0606030504020204" pitchFamily="34" charset="0"/>
              </a:endParaRPr>
            </a:p>
          </p:txBody>
        </p:sp>
        <p:pic>
          <p:nvPicPr>
            <p:cNvPr id="25" name="Google Shape;2552;p259">
              <a:extLst>
                <a:ext uri="{FF2B5EF4-FFF2-40B4-BE49-F238E27FC236}">
                  <a16:creationId xmlns:a16="http://schemas.microsoft.com/office/drawing/2014/main" id="{EB4A3E11-7E26-40BF-A7A0-4B67E8293F24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971234" y="4686501"/>
              <a:ext cx="969735" cy="12268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553;p259">
              <a:extLst>
                <a:ext uri="{FF2B5EF4-FFF2-40B4-BE49-F238E27FC236}">
                  <a16:creationId xmlns:a16="http://schemas.microsoft.com/office/drawing/2014/main" id="{F69425D3-499E-43D8-B974-515F1BF07E11}"/>
                </a:ext>
              </a:extLst>
            </p:cNvPr>
            <p:cNvPicPr preferRelativeResize="0"/>
            <p:nvPr/>
          </p:nvPicPr>
          <p:blipFill>
            <a:blip r:embed="rId7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96235" y="2177268"/>
              <a:ext cx="1139968" cy="98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E0421369-3D07-4B1B-A1D1-E5467F5E0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331" y="3614051"/>
              <a:ext cx="2112155" cy="1805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97492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" preserve="1">
  <p:cSld name="Title and Content 1 3 1 1 1 1 1 1 1 1 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263;p21">
            <a:extLst>
              <a:ext uri="{FF2B5EF4-FFF2-40B4-BE49-F238E27FC236}">
                <a16:creationId xmlns:a16="http://schemas.microsoft.com/office/drawing/2014/main" id="{8B93810F-DCFA-49AC-B382-5273FEDBB23E}"/>
              </a:ext>
            </a:extLst>
          </p:cNvPr>
          <p:cNvSpPr/>
          <p:nvPr userDrawn="1"/>
        </p:nvSpPr>
        <p:spPr>
          <a:xfrm rot="-4705814">
            <a:off x="670954" y="4279673"/>
            <a:ext cx="4238113" cy="4271679"/>
          </a:xfrm>
          <a:prstGeom prst="arc">
            <a:avLst>
              <a:gd name="adj1" fmla="val 17096738"/>
              <a:gd name="adj2" fmla="val 3877162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6" name="Google Shape;264;p21">
            <a:extLst>
              <a:ext uri="{FF2B5EF4-FFF2-40B4-BE49-F238E27FC236}">
                <a16:creationId xmlns:a16="http://schemas.microsoft.com/office/drawing/2014/main" id="{590A39B1-5340-4530-8B0F-D27C02C35600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0629" y="5597758"/>
            <a:ext cx="810771" cy="96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65;p21">
            <a:extLst>
              <a:ext uri="{FF2B5EF4-FFF2-40B4-BE49-F238E27FC236}">
                <a16:creationId xmlns:a16="http://schemas.microsoft.com/office/drawing/2014/main" id="{81C7BD68-7731-4EE0-8531-F8026F811AC6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986" y="3818281"/>
            <a:ext cx="953101" cy="77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66;p21">
            <a:extLst>
              <a:ext uri="{FF2B5EF4-FFF2-40B4-BE49-F238E27FC236}">
                <a16:creationId xmlns:a16="http://schemas.microsoft.com/office/drawing/2014/main" id="{D994BACA-68A9-4668-B4CD-29B67DE7C8B2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401" y="4738981"/>
            <a:ext cx="1396585" cy="1142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8;p21">
            <a:extLst>
              <a:ext uri="{FF2B5EF4-FFF2-40B4-BE49-F238E27FC236}">
                <a16:creationId xmlns:a16="http://schemas.microsoft.com/office/drawing/2014/main" id="{635AB7BD-8058-4453-8BCD-39149078BA82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15C05D8-C7B7-4267-A607-AA2316638AD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708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 3 1 1 1 1 1 1 1 1 1 1" preserve="1">
  <p:cSld name="Title and Content 1 3 1 1 1 1 1 1 1 1 1 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755;p275">
            <a:extLst>
              <a:ext uri="{FF2B5EF4-FFF2-40B4-BE49-F238E27FC236}">
                <a16:creationId xmlns:a16="http://schemas.microsoft.com/office/drawing/2014/main" id="{E7831054-E4B8-4826-BAB2-BABC15FA5F31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7069" y="716837"/>
            <a:ext cx="6924932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501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953193" y="1963075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2"/>
          <p:cNvSpPr txBox="1">
            <a:spLocks noGrp="1"/>
          </p:cNvSpPr>
          <p:nvPr>
            <p:ph type="subTitle" idx="2"/>
          </p:nvPr>
        </p:nvSpPr>
        <p:spPr>
          <a:xfrm>
            <a:off x="6033195" y="1549468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281;p22">
            <a:extLst>
              <a:ext uri="{FF2B5EF4-FFF2-40B4-BE49-F238E27FC236}">
                <a16:creationId xmlns:a16="http://schemas.microsoft.com/office/drawing/2014/main" id="{0E8744A7-A629-47B1-859B-B80C3B391A39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6D1C0718-E446-4A89-A00A-47981BCFBD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562" y="5798753"/>
            <a:ext cx="3320532" cy="702201"/>
          </a:xfrm>
          <a:prstGeom prst="rect">
            <a:avLst/>
          </a:prstGeom>
        </p:spPr>
      </p:pic>
      <p:sp>
        <p:nvSpPr>
          <p:cNvPr id="22" name="Google Shape;2606;p263">
            <a:extLst>
              <a:ext uri="{FF2B5EF4-FFF2-40B4-BE49-F238E27FC236}">
                <a16:creationId xmlns:a16="http://schemas.microsoft.com/office/drawing/2014/main" id="{14C31BE0-6DD0-4199-94A0-19EF859BDF8A}"/>
              </a:ext>
            </a:extLst>
          </p:cNvPr>
          <p:cNvSpPr/>
          <p:nvPr userDrawn="1"/>
        </p:nvSpPr>
        <p:spPr>
          <a:xfrm rot="4264039">
            <a:off x="1342588" y="2690098"/>
            <a:ext cx="3481743" cy="3509317"/>
          </a:xfrm>
          <a:prstGeom prst="arc">
            <a:avLst>
              <a:gd name="adj1" fmla="val 17096738"/>
              <a:gd name="adj2" fmla="val 461596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latin typeface="Open Sans" panose="020B0606030504020204" pitchFamily="34" charset="0"/>
            </a:endParaRPr>
          </a:p>
        </p:txBody>
      </p:sp>
      <p:pic>
        <p:nvPicPr>
          <p:cNvPr id="23" name="Google Shape;2688;p269">
            <a:extLst>
              <a:ext uri="{FF2B5EF4-FFF2-40B4-BE49-F238E27FC236}">
                <a16:creationId xmlns:a16="http://schemas.microsoft.com/office/drawing/2014/main" id="{651804F4-5DAE-46A8-8AF1-D3A92E5F9ACB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027" y="4706133"/>
            <a:ext cx="782119" cy="67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ACB3FDA-FBF9-445E-8A32-1436C6816A2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0673" y="5353027"/>
            <a:ext cx="1511843" cy="1292272"/>
          </a:xfrm>
          <a:prstGeom prst="rect">
            <a:avLst/>
          </a:prstGeom>
        </p:spPr>
      </p:pic>
      <p:pic>
        <p:nvPicPr>
          <p:cNvPr id="25" name="Google Shape;2687;p269">
            <a:extLst>
              <a:ext uri="{FF2B5EF4-FFF2-40B4-BE49-F238E27FC236}">
                <a16:creationId xmlns:a16="http://schemas.microsoft.com/office/drawing/2014/main" id="{EF9B5495-63C8-4F92-8E72-B497C95342EC}"/>
              </a:ext>
            </a:extLst>
          </p:cNvPr>
          <p:cNvPicPr preferRelativeResize="0"/>
          <p:nvPr userDrawn="1"/>
        </p:nvPicPr>
        <p:blipFill>
          <a:blip r:embed="rId8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3216" y="3624749"/>
            <a:ext cx="619347" cy="783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6853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 1" preserve="1">
  <p:cSld name="Custom Layout 1 4 1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005;p294">
            <a:extLst>
              <a:ext uri="{FF2B5EF4-FFF2-40B4-BE49-F238E27FC236}">
                <a16:creationId xmlns:a16="http://schemas.microsoft.com/office/drawing/2014/main" id="{6240FF11-311F-41BA-A412-C7C9D2B0AAF0}"/>
              </a:ext>
            </a:extLst>
          </p:cNvPr>
          <p:cNvPicPr preferRelativeResize="0"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4363" y="-1185664"/>
            <a:ext cx="13851964" cy="9234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7041" y="12067"/>
            <a:ext cx="733103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62"/>
          <p:cNvSpPr/>
          <p:nvPr/>
        </p:nvSpPr>
        <p:spPr>
          <a:xfrm>
            <a:off x="72523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62"/>
          <p:cNvSpPr txBox="1">
            <a:spLocks noGrp="1"/>
          </p:cNvSpPr>
          <p:nvPr>
            <p:ph type="subTitle" idx="1"/>
          </p:nvPr>
        </p:nvSpPr>
        <p:spPr>
          <a:xfrm>
            <a:off x="7252395" y="197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i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9" name="Google Shape;689;p62"/>
          <p:cNvSpPr txBox="1">
            <a:spLocks noGrp="1"/>
          </p:cNvSpPr>
          <p:nvPr>
            <p:ph type="title"/>
          </p:nvPr>
        </p:nvSpPr>
        <p:spPr>
          <a:xfrm>
            <a:off x="7187800" y="26064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ExtraBold"/>
              <a:buNone/>
              <a:defRPr sz="5333" i="1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0" name="Google Shape;690;p62"/>
          <p:cNvSpPr txBox="1">
            <a:spLocks noGrp="1"/>
          </p:cNvSpPr>
          <p:nvPr>
            <p:ph type="body" idx="2"/>
          </p:nvPr>
        </p:nvSpPr>
        <p:spPr>
          <a:xfrm>
            <a:off x="645805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7C6F73-F6D9-4F38-BD49-557F96F876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7485" y="6006481"/>
            <a:ext cx="2390116" cy="50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35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2" preserve="1">
  <p:cSld name="Custom Layout 1 3 2"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p6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3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51" t="-15901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3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5" name="Google Shape;695;p6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5916767" y="2284900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698" name="Google Shape;698;p63"/>
          <p:cNvSpPr txBox="1">
            <a:spLocks noGrp="1"/>
          </p:cNvSpPr>
          <p:nvPr>
            <p:ph type="body" idx="2"/>
          </p:nvPr>
        </p:nvSpPr>
        <p:spPr>
          <a:xfrm>
            <a:off x="5916767" y="4075734"/>
            <a:ext cx="6154400" cy="194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grpSp>
        <p:nvGrpSpPr>
          <p:cNvPr id="16" name="Google Shape;699;p63">
            <a:extLst>
              <a:ext uri="{FF2B5EF4-FFF2-40B4-BE49-F238E27FC236}">
                <a16:creationId xmlns:a16="http://schemas.microsoft.com/office/drawing/2014/main" id="{1003A230-8A68-45F6-B6EF-552AD31DD053}"/>
              </a:ext>
            </a:extLst>
          </p:cNvPr>
          <p:cNvGrpSpPr/>
          <p:nvPr userDrawn="1"/>
        </p:nvGrpSpPr>
        <p:grpSpPr>
          <a:xfrm>
            <a:off x="506001" y="1923251"/>
            <a:ext cx="3415633" cy="3817284"/>
            <a:chOff x="287275" y="1739038"/>
            <a:chExt cx="2561725" cy="2862963"/>
          </a:xfrm>
        </p:grpSpPr>
        <p:sp>
          <p:nvSpPr>
            <p:cNvPr id="18" name="Google Shape;700;p63">
              <a:extLst>
                <a:ext uri="{FF2B5EF4-FFF2-40B4-BE49-F238E27FC236}">
                  <a16:creationId xmlns:a16="http://schemas.microsoft.com/office/drawing/2014/main" id="{F0C49679-49C9-42FA-881E-E53F5E8F80A5}"/>
                </a:ext>
              </a:extLst>
            </p:cNvPr>
            <p:cNvSpPr/>
            <p:nvPr/>
          </p:nvSpPr>
          <p:spPr>
            <a:xfrm rot="10800000">
              <a:off x="598916" y="1932452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701;p63">
              <a:extLst>
                <a:ext uri="{FF2B5EF4-FFF2-40B4-BE49-F238E27FC236}">
                  <a16:creationId xmlns:a16="http://schemas.microsoft.com/office/drawing/2014/main" id="{BFD0CB90-137A-4758-9E86-56693376020E}"/>
                </a:ext>
              </a:extLst>
            </p:cNvPr>
            <p:cNvSpPr/>
            <p:nvPr/>
          </p:nvSpPr>
          <p:spPr>
            <a:xfrm rot="-5400000">
              <a:off x="599000" y="2003750"/>
              <a:ext cx="2250000" cy="22500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0" name="Google Shape;702;p63">
              <a:extLst>
                <a:ext uri="{FF2B5EF4-FFF2-40B4-BE49-F238E27FC236}">
                  <a16:creationId xmlns:a16="http://schemas.microsoft.com/office/drawing/2014/main" id="{8EF4D240-83B6-45E7-B9B1-DD91CEF4A2AC}"/>
                </a:ext>
              </a:extLst>
            </p:cNvPr>
            <p:cNvPicPr preferRelativeResize="0"/>
            <p:nvPr/>
          </p:nvPicPr>
          <p:blipFill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67175" y="1739038"/>
              <a:ext cx="487725" cy="48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703;p63">
              <a:extLst>
                <a:ext uri="{FF2B5EF4-FFF2-40B4-BE49-F238E27FC236}">
                  <a16:creationId xmlns:a16="http://schemas.microsoft.com/office/drawing/2014/main" id="{C8787362-79B9-4882-AEF9-43E872FA2C9F}"/>
                </a:ext>
              </a:extLst>
            </p:cNvPr>
            <p:cNvPicPr preferRelativeResize="0"/>
            <p:nvPr/>
          </p:nvPicPr>
          <p:blipFill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8375" y="3666600"/>
              <a:ext cx="783950" cy="935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704;p63">
              <a:extLst>
                <a:ext uri="{FF2B5EF4-FFF2-40B4-BE49-F238E27FC236}">
                  <a16:creationId xmlns:a16="http://schemas.microsoft.com/office/drawing/2014/main" id="{08822D82-EAD0-4124-BC28-B09759B7341B}"/>
                </a:ext>
              </a:extLst>
            </p:cNvPr>
            <p:cNvPicPr preferRelativeResize="0"/>
            <p:nvPr/>
          </p:nvPicPr>
          <p:blipFill>
            <a:blip r:embed="rId6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275" y="2772625"/>
              <a:ext cx="702425" cy="634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" name="Google Shape;705;p63">
            <a:extLst>
              <a:ext uri="{FF2B5EF4-FFF2-40B4-BE49-F238E27FC236}">
                <a16:creationId xmlns:a16="http://schemas.microsoft.com/office/drawing/2014/main" id="{C626E620-0B30-4F87-BB0F-8C3F740A1086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3168" y="70672"/>
            <a:ext cx="1784401" cy="108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82F40F3-23C4-4500-AFE2-6171BDC8196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2485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4" preserve="1">
  <p:cSld name="Custom Layout 1 3 1 4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6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4"/>
          <p:cNvSpPr txBox="1">
            <a:spLocks noGrp="1"/>
          </p:cNvSpPr>
          <p:nvPr>
            <p:ph type="title"/>
          </p:nvPr>
        </p:nvSpPr>
        <p:spPr>
          <a:xfrm>
            <a:off x="888600" y="697267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9" name="Google Shape;709;p6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855"/>
          <a:stretch/>
        </p:blipFill>
        <p:spPr>
          <a:xfrm>
            <a:off x="3014401" y="12068"/>
            <a:ext cx="9194697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6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1" name="Google Shape;711;p6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64"/>
          <p:cNvSpPr txBox="1">
            <a:spLocks noGrp="1"/>
          </p:cNvSpPr>
          <p:nvPr>
            <p:ph type="subTitle" idx="2"/>
          </p:nvPr>
        </p:nvSpPr>
        <p:spPr>
          <a:xfrm>
            <a:off x="953195" y="5464471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None/>
              <a:defRPr sz="12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64"/>
          <p:cNvSpPr txBox="1">
            <a:spLocks noGrp="1"/>
          </p:cNvSpPr>
          <p:nvPr>
            <p:ph type="title" idx="3"/>
          </p:nvPr>
        </p:nvSpPr>
        <p:spPr>
          <a:xfrm>
            <a:off x="6908700" y="1167300"/>
            <a:ext cx="50088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600"/>
              <a:buFont typeface="Open Sans ExtraBold"/>
              <a:buNone/>
              <a:defRPr sz="3467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64"/>
          <p:cNvSpPr txBox="1">
            <a:spLocks noGrp="1"/>
          </p:cNvSpPr>
          <p:nvPr>
            <p:ph type="body" idx="4"/>
          </p:nvPr>
        </p:nvSpPr>
        <p:spPr>
          <a:xfrm>
            <a:off x="6908700" y="2958134"/>
            <a:ext cx="5162400" cy="306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714;p64">
            <a:extLst>
              <a:ext uri="{FF2B5EF4-FFF2-40B4-BE49-F238E27FC236}">
                <a16:creationId xmlns:a16="http://schemas.microsoft.com/office/drawing/2014/main" id="{174E3A42-F148-4FEA-B5A0-FACBDA174B0A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3F5EF62-4501-40B1-BDE1-F8CCE1F3ED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47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3 1" preserve="1">
  <p:cSld name="Custom Layout 1 3 1 3 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6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5"/>
          <p:cNvSpPr/>
          <p:nvPr/>
        </p:nvSpPr>
        <p:spPr>
          <a:xfrm>
            <a:off x="-92000" y="6170533"/>
            <a:ext cx="12372491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6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title"/>
          </p:nvPr>
        </p:nvSpPr>
        <p:spPr>
          <a:xfrm>
            <a:off x="6566900" y="1490351"/>
            <a:ext cx="59712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 ExtraBold"/>
              <a:buNone/>
              <a:defRPr sz="4267" i="1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23" name="Google Shape;723;p65"/>
          <p:cNvSpPr txBox="1">
            <a:spLocks noGrp="1"/>
          </p:cNvSpPr>
          <p:nvPr>
            <p:ph type="body" idx="2"/>
          </p:nvPr>
        </p:nvSpPr>
        <p:spPr>
          <a:xfrm>
            <a:off x="6669600" y="2659584"/>
            <a:ext cx="5250400" cy="2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●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○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0639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Char char="■"/>
              <a:defRPr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9" name="Google Shape;724;p65">
            <a:extLst>
              <a:ext uri="{FF2B5EF4-FFF2-40B4-BE49-F238E27FC236}">
                <a16:creationId xmlns:a16="http://schemas.microsoft.com/office/drawing/2014/main" id="{72BB3A84-F2FD-4FF0-919D-8FB874D39BB1}"/>
              </a:ext>
            </a:extLst>
          </p:cNvPr>
          <p:cNvPicPr preferRelativeResize="0"/>
          <p:nvPr userDrawn="1"/>
        </p:nvPicPr>
        <p:blipFill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80C3973-38F9-4C9A-91F6-6F979D80E9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9929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2 1 1" preserve="1">
  <p:cSld name="Custom Layout 1 3 1 2 1 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6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7"/>
          <p:cNvSpPr/>
          <p:nvPr/>
        </p:nvSpPr>
        <p:spPr>
          <a:xfrm>
            <a:off x="-92001" y="6170533"/>
            <a:ext cx="12431484" cy="699600"/>
          </a:xfrm>
          <a:prstGeom prst="rect">
            <a:avLst/>
          </a:prstGeom>
          <a:solidFill>
            <a:srgbClr val="FFFFFF">
              <a:alpha val="933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7" name="Google Shape;737;p6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39" name="Google Shape;739;p67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6837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7"/>
          <p:cNvSpPr txBox="1">
            <a:spLocks noGrp="1"/>
          </p:cNvSpPr>
          <p:nvPr>
            <p:ph type="title"/>
          </p:nvPr>
        </p:nvSpPr>
        <p:spPr>
          <a:xfrm>
            <a:off x="6618933" y="2014133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None/>
              <a:defRPr sz="3333"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741" name="Google Shape;741;p67"/>
          <p:cNvSpPr txBox="1">
            <a:spLocks noGrp="1"/>
          </p:cNvSpPr>
          <p:nvPr>
            <p:ph type="body" idx="2"/>
          </p:nvPr>
        </p:nvSpPr>
        <p:spPr>
          <a:xfrm>
            <a:off x="6618933" y="3044133"/>
            <a:ext cx="4758400" cy="2604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742;p67">
            <a:extLst>
              <a:ext uri="{FF2B5EF4-FFF2-40B4-BE49-F238E27FC236}">
                <a16:creationId xmlns:a16="http://schemas.microsoft.com/office/drawing/2014/main" id="{730DB273-89FD-4093-B96E-461020EFCAE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9519F68-4675-4437-AA92-B7123F990A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0016" y="6345753"/>
            <a:ext cx="1629861" cy="3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8562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3 1" preserve="1">
  <p:cSld name="Custom Layout 1 3 1 1 2 3 1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E03406-CCBA-45BA-8CDA-1FD29253F9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9467" y="-643467"/>
            <a:ext cx="12677768" cy="8453169"/>
          </a:xfrm>
          <a:prstGeom prst="rect">
            <a:avLst/>
          </a:prstGeom>
        </p:spPr>
      </p:pic>
      <p:pic>
        <p:nvPicPr>
          <p:cNvPr id="809" name="Google Shape;809;p7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04268" y="699167"/>
            <a:ext cx="5404297" cy="615526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>
            <a:spLocks noGrp="1"/>
          </p:cNvSpPr>
          <p:nvPr>
            <p:ph type="title"/>
          </p:nvPr>
        </p:nvSpPr>
        <p:spPr>
          <a:xfrm>
            <a:off x="7492600" y="2403233"/>
            <a:ext cx="4540400" cy="1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700"/>
              <a:buFont typeface="Open Sans ExtraBold"/>
              <a:buNone/>
              <a:defRPr sz="3600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74"/>
          <p:cNvSpPr txBox="1">
            <a:spLocks noGrp="1"/>
          </p:cNvSpPr>
          <p:nvPr>
            <p:ph type="subTitle" idx="1"/>
          </p:nvPr>
        </p:nvSpPr>
        <p:spPr>
          <a:xfrm>
            <a:off x="7557195" y="45135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"/>
              <a:buNone/>
              <a:defRPr sz="1600" i="1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13" name="Google Shape;813;p74"/>
          <p:cNvCxnSpPr/>
          <p:nvPr/>
        </p:nvCxnSpPr>
        <p:spPr>
          <a:xfrm>
            <a:off x="7395167" y="2033933"/>
            <a:ext cx="33036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Google Shape;814;p74" descr="Logo&#10;&#10;Description automatically generated">
            <a:extLst>
              <a:ext uri="{FF2B5EF4-FFF2-40B4-BE49-F238E27FC236}">
                <a16:creationId xmlns:a16="http://schemas.microsoft.com/office/drawing/2014/main" id="{4407DD6C-BAFB-4B12-BAA8-20B47858DF4E}"/>
              </a:ext>
            </a:extLst>
          </p:cNvPr>
          <p:cNvPicPr preferRelativeResize="0"/>
          <p:nvPr userDrawn="1"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03415" y="6240844"/>
            <a:ext cx="1639104" cy="4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15;p74">
            <a:extLst>
              <a:ext uri="{FF2B5EF4-FFF2-40B4-BE49-F238E27FC236}">
                <a16:creationId xmlns:a16="http://schemas.microsoft.com/office/drawing/2014/main" id="{099183ED-F6E3-47E3-8E1B-1273905EB2E9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21ACEB-2753-45EA-B699-3CC1B524E3E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2124" y="1174257"/>
            <a:ext cx="3225547" cy="6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3818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" preserve="1">
  <p:cSld name="Custom Layout 1 3 1 1 2 1 1 2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9" name="Google Shape;849;p79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51" name="Google Shape;851;p79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53" name="Google Shape;853;p79"/>
          <p:cNvSpPr txBox="1">
            <a:spLocks noGrp="1"/>
          </p:cNvSpPr>
          <p:nvPr>
            <p:ph type="body" idx="2"/>
          </p:nvPr>
        </p:nvSpPr>
        <p:spPr>
          <a:xfrm>
            <a:off x="6618934" y="2786251"/>
            <a:ext cx="5011175" cy="2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Google Shape;854;p79">
            <a:extLst>
              <a:ext uri="{FF2B5EF4-FFF2-40B4-BE49-F238E27FC236}">
                <a16:creationId xmlns:a16="http://schemas.microsoft.com/office/drawing/2014/main" id="{D74C7045-07DE-4AF6-9552-B16E0CCFCAE6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C1C6AC5-455E-4AA9-BF8C-D311F3DE73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478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 1" preserve="1">
  <p:cSld name="Custom Layout 1 3 1 1 2 1 1 1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755;p275">
            <a:extLst>
              <a:ext uri="{FF2B5EF4-FFF2-40B4-BE49-F238E27FC236}">
                <a16:creationId xmlns:a16="http://schemas.microsoft.com/office/drawing/2014/main" id="{49A2398E-4ECB-4FC7-AFBD-F4492BE46825}"/>
              </a:ext>
            </a:extLst>
          </p:cNvPr>
          <p:cNvPicPr preferRelativeResize="0"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523" y="-895509"/>
            <a:ext cx="12240524" cy="8161048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0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8" name="Google Shape;858;p8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60" name="Google Shape;860;p80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4415701" y="12068"/>
            <a:ext cx="7793396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0"/>
          <p:cNvSpPr txBox="1">
            <a:spLocks noGrp="1"/>
          </p:cNvSpPr>
          <p:nvPr>
            <p:ph type="title"/>
          </p:nvPr>
        </p:nvSpPr>
        <p:spPr>
          <a:xfrm>
            <a:off x="6618933" y="18434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62" name="Google Shape;862;p80"/>
          <p:cNvSpPr txBox="1">
            <a:spLocks noGrp="1"/>
          </p:cNvSpPr>
          <p:nvPr>
            <p:ph type="body" idx="2"/>
          </p:nvPr>
        </p:nvSpPr>
        <p:spPr>
          <a:xfrm>
            <a:off x="6618933" y="2786251"/>
            <a:ext cx="4758400" cy="32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80B235-A45C-428B-A921-BB869418A0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4750" y="6343653"/>
            <a:ext cx="1644649" cy="347799"/>
          </a:xfrm>
          <a:prstGeom prst="rect">
            <a:avLst/>
          </a:prstGeom>
        </p:spPr>
      </p:pic>
      <p:pic>
        <p:nvPicPr>
          <p:cNvPr id="12" name="Google Shape;766;p69">
            <a:extLst>
              <a:ext uri="{FF2B5EF4-FFF2-40B4-BE49-F238E27FC236}">
                <a16:creationId xmlns:a16="http://schemas.microsoft.com/office/drawing/2014/main" id="{144F0869-014C-4AD0-B4BF-1DA982E5A545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7233" y="30934"/>
            <a:ext cx="1396600" cy="846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75320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 1" preserve="1">
  <p:cSld name="Custom Layout 1 2 1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4301" y="512433"/>
            <a:ext cx="7224799" cy="6357632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3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83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83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83"/>
          <p:cNvSpPr txBox="1">
            <a:spLocks noGrp="1"/>
          </p:cNvSpPr>
          <p:nvPr>
            <p:ph type="title" idx="2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895" name="Google Shape;895;p83"/>
          <p:cNvSpPr txBox="1">
            <a:spLocks noGrp="1"/>
          </p:cNvSpPr>
          <p:nvPr>
            <p:ph type="body" idx="3"/>
          </p:nvPr>
        </p:nvSpPr>
        <p:spPr>
          <a:xfrm>
            <a:off x="6212533" y="2481452"/>
            <a:ext cx="4758400" cy="342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5" name="Google Shape;890;p83">
            <a:extLst>
              <a:ext uri="{FF2B5EF4-FFF2-40B4-BE49-F238E27FC236}">
                <a16:creationId xmlns:a16="http://schemas.microsoft.com/office/drawing/2014/main" id="{C796039C-4012-4717-B967-39DE7A6089CF}"/>
              </a:ext>
            </a:extLst>
          </p:cNvPr>
          <p:cNvSpPr/>
          <p:nvPr userDrawn="1"/>
        </p:nvSpPr>
        <p:spPr>
          <a:xfrm rot="-4743055">
            <a:off x="1260179" y="4704313"/>
            <a:ext cx="2628244" cy="2513319"/>
          </a:xfrm>
          <a:prstGeom prst="arc">
            <a:avLst>
              <a:gd name="adj1" fmla="val 17096738"/>
              <a:gd name="adj2" fmla="val 4266985"/>
            </a:avLst>
          </a:prstGeom>
          <a:noFill/>
          <a:ln w="1905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7" name="Google Shape;891;p83">
            <a:extLst>
              <a:ext uri="{FF2B5EF4-FFF2-40B4-BE49-F238E27FC236}">
                <a16:creationId xmlns:a16="http://schemas.microsoft.com/office/drawing/2014/main" id="{71DC0658-F639-475A-9C67-61035A6C039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0267" y="5521931"/>
            <a:ext cx="6188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892;p83">
            <a:extLst>
              <a:ext uri="{FF2B5EF4-FFF2-40B4-BE49-F238E27FC236}">
                <a16:creationId xmlns:a16="http://schemas.microsoft.com/office/drawing/2014/main" id="{2F309352-F9FE-40AC-BF5B-345F57CF9B7A}"/>
              </a:ext>
            </a:extLst>
          </p:cNvPr>
          <p:cNvPicPr preferRelativeResize="0"/>
          <p:nvPr userDrawn="1"/>
        </p:nvPicPr>
        <p:blipFill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4327" y="4432160"/>
            <a:ext cx="559759" cy="48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893;p83">
            <a:extLst>
              <a:ext uri="{FF2B5EF4-FFF2-40B4-BE49-F238E27FC236}">
                <a16:creationId xmlns:a16="http://schemas.microsoft.com/office/drawing/2014/main" id="{D716C456-C877-49F3-9C3C-88FBA14FD1F6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901" y="4920507"/>
            <a:ext cx="820215" cy="710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96;p83">
            <a:extLst>
              <a:ext uri="{FF2B5EF4-FFF2-40B4-BE49-F238E27FC236}">
                <a16:creationId xmlns:a16="http://schemas.microsoft.com/office/drawing/2014/main" id="{9D234B7F-BF8A-4C5B-B562-4EE85F117F08}"/>
              </a:ext>
            </a:extLst>
          </p:cNvPr>
          <p:cNvPicPr preferRelativeResize="0"/>
          <p:nvPr userDrawn="1"/>
        </p:nvPicPr>
        <p:blipFill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B9CB3AD-57C1-4E15-A11C-0B44726DD1A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227" y="6005769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729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3 1 1 2 1 1 2 1" preserve="1">
  <p:cSld name="Custom Layout 1 3 1 1 2 1 1 2 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8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4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0" name="Google Shape;900;p8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02" name="Google Shape;902;p84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9" t="-8130"/>
          <a:stretch/>
        </p:blipFill>
        <p:spPr>
          <a:xfrm>
            <a:off x="3781300" y="-489233"/>
            <a:ext cx="8427803" cy="66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4"/>
          <p:cNvSpPr txBox="1">
            <a:spLocks noGrp="1"/>
          </p:cNvSpPr>
          <p:nvPr>
            <p:ph type="title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04" name="Google Shape;904;p84"/>
          <p:cNvSpPr txBox="1">
            <a:spLocks noGrp="1"/>
          </p:cNvSpPr>
          <p:nvPr>
            <p:ph type="body" idx="2"/>
          </p:nvPr>
        </p:nvSpPr>
        <p:spPr>
          <a:xfrm>
            <a:off x="6212534" y="2481451"/>
            <a:ext cx="5484167" cy="3538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05" name="Google Shape;905;p84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84"/>
          <p:cNvSpPr txBox="1">
            <a:spLocks noGrp="1"/>
          </p:cNvSpPr>
          <p:nvPr>
            <p:ph type="subTitle" idx="3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84"/>
          <p:cNvSpPr txBox="1">
            <a:spLocks noGrp="1"/>
          </p:cNvSpPr>
          <p:nvPr>
            <p:ph type="title" idx="4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908;p84">
            <a:extLst>
              <a:ext uri="{FF2B5EF4-FFF2-40B4-BE49-F238E27FC236}">
                <a16:creationId xmlns:a16="http://schemas.microsoft.com/office/drawing/2014/main" id="{8996CE37-31B3-4ED6-917B-40FC2B384F8D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B59B063-C301-442F-9082-7381BF7722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646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5" preserve="1">
  <p:cSld name="Custom Layout 1 1 5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17998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5" descr="Shape, rectangle&#10;&#10;Description automatically generated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7307"/>
          <a:stretch/>
        </p:blipFill>
        <p:spPr>
          <a:xfrm>
            <a:off x="682133" y="12068"/>
            <a:ext cx="11526971" cy="6158465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5"/>
          <p:cNvSpPr txBox="1">
            <a:spLocks noGrp="1"/>
          </p:cNvSpPr>
          <p:nvPr>
            <p:ph type="title"/>
          </p:nvPr>
        </p:nvSpPr>
        <p:spPr>
          <a:xfrm>
            <a:off x="1498700" y="1413833"/>
            <a:ext cx="4563600" cy="3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85"/>
          <p:cNvSpPr/>
          <p:nvPr/>
        </p:nvSpPr>
        <p:spPr>
          <a:xfrm>
            <a:off x="-92000" y="6170533"/>
            <a:ext cx="12301200" cy="699600"/>
          </a:xfrm>
          <a:prstGeom prst="rect">
            <a:avLst/>
          </a:prstGeom>
          <a:solidFill>
            <a:srgbClr val="FFFFFF">
              <a:alpha val="843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4" name="Google Shape;914;p8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85"/>
          <p:cNvSpPr/>
          <p:nvPr/>
        </p:nvSpPr>
        <p:spPr>
          <a:xfrm>
            <a:off x="1562793" y="23694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85"/>
          <p:cNvSpPr txBox="1">
            <a:spLocks noGrp="1"/>
          </p:cNvSpPr>
          <p:nvPr>
            <p:ph type="subTitle" idx="2"/>
          </p:nvPr>
        </p:nvSpPr>
        <p:spPr>
          <a:xfrm>
            <a:off x="1545125" y="2583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85"/>
          <p:cNvSpPr txBox="1">
            <a:spLocks noGrp="1"/>
          </p:cNvSpPr>
          <p:nvPr>
            <p:ph type="title" idx="3"/>
          </p:nvPr>
        </p:nvSpPr>
        <p:spPr>
          <a:xfrm>
            <a:off x="6212533" y="1538651"/>
            <a:ext cx="47584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2500"/>
              <a:buFont typeface="Open Sans ExtraBold"/>
              <a:buNone/>
              <a:defRPr sz="3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1400"/>
              <a:buNone/>
              <a:defRPr>
                <a:solidFill>
                  <a:srgbClr val="27509B"/>
                </a:solidFill>
              </a:defRPr>
            </a:lvl9pPr>
          </a:lstStyle>
          <a:p>
            <a:endParaRPr/>
          </a:p>
        </p:txBody>
      </p:sp>
      <p:sp>
        <p:nvSpPr>
          <p:cNvPr id="919" name="Google Shape;919;p85"/>
          <p:cNvSpPr txBox="1">
            <a:spLocks noGrp="1"/>
          </p:cNvSpPr>
          <p:nvPr>
            <p:ph type="body" idx="4"/>
          </p:nvPr>
        </p:nvSpPr>
        <p:spPr>
          <a:xfrm>
            <a:off x="6212534" y="2481451"/>
            <a:ext cx="4801541" cy="368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●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○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SzPts val="1100"/>
              <a:buFont typeface="Open Sans Light"/>
              <a:buChar char="■"/>
              <a:defRPr sz="1467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920;p85">
            <a:extLst>
              <a:ext uri="{FF2B5EF4-FFF2-40B4-BE49-F238E27FC236}">
                <a16:creationId xmlns:a16="http://schemas.microsoft.com/office/drawing/2014/main" id="{FE1849CE-E562-4BEB-9B67-EFA35CC33C6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C770E76-B5C1-4117-B725-FAA8CFFC81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2413" y="6344439"/>
            <a:ext cx="1644649" cy="34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39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1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5" name="Google Shape;3195;p317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89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325D24A-DB75-4B0B-874B-7A721F2392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25E34F2F-ECFD-4C21-88CE-EC875406C7A1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015DE4A-0272-4B93-91CF-C2AAC9E1E377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326D257F-FB3B-41CE-BA50-E4BC3BF892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6B19B06A-4603-41C3-90DC-CB4A8BD0699A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BB0FAA0-3918-48D3-B228-7B39583B5110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040BFC26-36C1-4348-AECC-EE327C8F386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D61E6304-1E66-43CB-9728-8D67498F24D3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0F8CD508-2C3C-4BCD-940E-E1413305FBB0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6FF1B377-2CBC-4F93-944D-591D65A2401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E64E011-BDEE-428B-846D-F8DFB7522EE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B19C4764-F318-4FAA-B3D1-B0496D97825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214137056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2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DD5CF6-3B68-423D-9FCE-BE4D623343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-420752"/>
            <a:ext cx="12237972" cy="7376475"/>
          </a:xfrm>
          <a:prstGeom prst="rect">
            <a:avLst/>
          </a:prstGeom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5692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54189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5588867" y="1567133"/>
            <a:ext cx="6154400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88A2A7D-50B4-452F-8DCE-3F7A689A40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5" name="Google Shape;2555;p259">
            <a:extLst>
              <a:ext uri="{FF2B5EF4-FFF2-40B4-BE49-F238E27FC236}">
                <a16:creationId xmlns:a16="http://schemas.microsoft.com/office/drawing/2014/main" id="{D920FDF4-EADD-4576-A9EE-B72D2000B519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F657DC6-E24A-4137-99C1-D032A2A2F64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6C696814-A2F0-4F91-AB80-843E277C7187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40278F12-3096-4F9A-BE77-CD7B34667FB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ADD38BA7-E98D-4452-A1A8-35F2F70FC916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6D5E322F-9696-431A-87B4-85DC8DAA5580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A1B9980E-8311-4E1B-860B-25A2AB1DF2F9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977D9098-8702-40CA-893C-87D364D66DAB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0DD359FE-D50E-4D7B-8250-C38AD9CADD05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DC896D8E-62B2-462C-8145-1418A094F2A7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70789CC4-8C42-478D-85E7-32C26317E538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60351728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4" preserve="1">
  <p:cSld name="3_Custom Layout 1 4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235;p321">
            <a:extLst>
              <a:ext uri="{FF2B5EF4-FFF2-40B4-BE49-F238E27FC236}">
                <a16:creationId xmlns:a16="http://schemas.microsoft.com/office/drawing/2014/main" id="{DAB41389-2F80-4D50-AF46-3EDEBA9E148B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37327" y="-318740"/>
            <a:ext cx="12793321" cy="7196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17" descr="Shape, rectangle&#10;&#10;Description automatically generated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1496" y="3277567"/>
            <a:ext cx="7793405" cy="3592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462;p344">
            <a:extLst>
              <a:ext uri="{FF2B5EF4-FFF2-40B4-BE49-F238E27FC236}">
                <a16:creationId xmlns:a16="http://schemas.microsoft.com/office/drawing/2014/main" id="{8A6CECC6-978E-4B48-BD53-E31A45E3D488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9992" y="-109014"/>
            <a:ext cx="7783785" cy="5792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8" name="Google Shape;3198;p317"/>
          <p:cNvSpPr/>
          <p:nvPr/>
        </p:nvSpPr>
        <p:spPr>
          <a:xfrm>
            <a:off x="953193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Calibri"/>
            </a:endParaRPr>
          </a:p>
        </p:txBody>
      </p:sp>
      <p:sp>
        <p:nvSpPr>
          <p:cNvPr id="3199" name="Google Shape;3199;p317"/>
          <p:cNvSpPr txBox="1">
            <a:spLocks noGrp="1"/>
          </p:cNvSpPr>
          <p:nvPr>
            <p:ph type="subTitle" idx="1"/>
          </p:nvPr>
        </p:nvSpPr>
        <p:spPr>
          <a:xfrm>
            <a:off x="953195" y="1567137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0" name="Google Shape;3200;p317"/>
          <p:cNvSpPr txBox="1">
            <a:spLocks noGrp="1"/>
          </p:cNvSpPr>
          <p:nvPr>
            <p:ph type="title"/>
          </p:nvPr>
        </p:nvSpPr>
        <p:spPr>
          <a:xfrm>
            <a:off x="888600" y="2403233"/>
            <a:ext cx="38500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1" name="Google Shape;3201;p317"/>
          <p:cNvSpPr txBox="1">
            <a:spLocks noGrp="1"/>
          </p:cNvSpPr>
          <p:nvPr>
            <p:ph type="body" idx="2"/>
          </p:nvPr>
        </p:nvSpPr>
        <p:spPr>
          <a:xfrm>
            <a:off x="6503267" y="1567133"/>
            <a:ext cx="5167876" cy="4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70" lvl="0" indent="-440245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600"/>
              <a:buFont typeface="Wingdings" panose="05000000000000000000" pitchFamily="2" charset="2"/>
              <a:buChar char="§"/>
              <a:defRPr sz="1471">
                <a:solidFill>
                  <a:schemeClr val="bg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40" lvl="1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09" lvl="2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278" lvl="3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848" lvl="4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Char char="■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6987" lvl="6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557" lvl="7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○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126" lvl="8" indent="-440245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■"/>
              <a:defRPr sz="2133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4140C5A-9DDD-4408-94E9-CDE290582C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724" y="6027111"/>
            <a:ext cx="2252259" cy="476292"/>
          </a:xfrm>
          <a:prstGeom prst="rect">
            <a:avLst/>
          </a:prstGeom>
        </p:spPr>
      </p:pic>
      <p:pic>
        <p:nvPicPr>
          <p:cNvPr id="16" name="Google Shape;2555;p259">
            <a:extLst>
              <a:ext uri="{FF2B5EF4-FFF2-40B4-BE49-F238E27FC236}">
                <a16:creationId xmlns:a16="http://schemas.microsoft.com/office/drawing/2014/main" id="{758C02E6-E34D-4150-850A-8210705681DF}"/>
              </a:ext>
            </a:extLst>
          </p:cNvPr>
          <p:cNvPicPr preferRelativeResize="0"/>
          <p:nvPr userDrawn="1"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747" y="82693"/>
            <a:ext cx="1269659" cy="7693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FC6EAED-0B43-4834-ACFF-06BF0523C578}"/>
              </a:ext>
            </a:extLst>
          </p:cNvPr>
          <p:cNvGrpSpPr/>
          <p:nvPr userDrawn="1"/>
        </p:nvGrpSpPr>
        <p:grpSpPr>
          <a:xfrm>
            <a:off x="1071463" y="4344491"/>
            <a:ext cx="3006813" cy="2191229"/>
            <a:chOff x="3955254" y="2734741"/>
            <a:chExt cx="1045042" cy="761579"/>
          </a:xfrm>
        </p:grpSpPr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F1E209DF-CF67-4F4B-81C4-60C40516D498}"/>
                </a:ext>
              </a:extLst>
            </p:cNvPr>
            <p:cNvSpPr/>
            <p:nvPr/>
          </p:nvSpPr>
          <p:spPr>
            <a:xfrm>
              <a:off x="4035420" y="2818027"/>
              <a:ext cx="836760" cy="482201"/>
            </a:xfrm>
            <a:custGeom>
              <a:avLst/>
              <a:gdLst>
                <a:gd name="connsiteX0" fmla="*/ 17976 w 836759"/>
                <a:gd name="connsiteY0" fmla="*/ 178521 h 482200"/>
                <a:gd name="connsiteX1" fmla="*/ 365444 w 836759"/>
                <a:gd name="connsiteY1" fmla="*/ 17976 h 482200"/>
                <a:gd name="connsiteX2" fmla="*/ 821549 w 836759"/>
                <a:gd name="connsiteY2" fmla="*/ 474223 h 48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6759" h="482200">
                  <a:moveTo>
                    <a:pt x="17976" y="178521"/>
                  </a:moveTo>
                  <a:cubicBezTo>
                    <a:pt x="101652" y="80237"/>
                    <a:pt x="226315" y="17976"/>
                    <a:pt x="365444" y="17976"/>
                  </a:cubicBezTo>
                  <a:cubicBezTo>
                    <a:pt x="617323" y="17976"/>
                    <a:pt x="821549" y="222202"/>
                    <a:pt x="821549" y="474223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1D8E36-B1FD-4BDC-80D2-502BEF80E034}"/>
                </a:ext>
              </a:extLst>
            </p:cNvPr>
            <p:cNvSpPr/>
            <p:nvPr/>
          </p:nvSpPr>
          <p:spPr>
            <a:xfrm>
              <a:off x="3963386" y="2938825"/>
              <a:ext cx="212736" cy="269465"/>
            </a:xfrm>
            <a:custGeom>
              <a:avLst/>
              <a:gdLst>
                <a:gd name="connsiteX0" fmla="*/ 109297 w 212735"/>
                <a:gd name="connsiteY0" fmla="*/ 10637 h 269465"/>
                <a:gd name="connsiteX1" fmla="*/ 10872 w 212735"/>
                <a:gd name="connsiteY1" fmla="*/ 75025 h 269465"/>
                <a:gd name="connsiteX2" fmla="*/ 10730 w 212735"/>
                <a:gd name="connsiteY2" fmla="*/ 79563 h 269465"/>
                <a:gd name="connsiteX3" fmla="*/ 68452 w 212735"/>
                <a:gd name="connsiteY3" fmla="*/ 54460 h 269465"/>
                <a:gd name="connsiteX4" fmla="*/ 160496 w 212735"/>
                <a:gd name="connsiteY4" fmla="*/ 168628 h 269465"/>
                <a:gd name="connsiteX5" fmla="*/ 111425 w 212735"/>
                <a:gd name="connsiteY5" fmla="*/ 269607 h 269465"/>
                <a:gd name="connsiteX6" fmla="*/ 116531 w 212735"/>
                <a:gd name="connsiteY6" fmla="*/ 266770 h 269465"/>
                <a:gd name="connsiteX7" fmla="*/ 210843 w 212735"/>
                <a:gd name="connsiteY7" fmla="*/ 119416 h 269465"/>
                <a:gd name="connsiteX8" fmla="*/ 109297 w 212735"/>
                <a:gd name="connsiteY8" fmla="*/ 10920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9297" y="10637"/>
                  </a:moveTo>
                  <a:cubicBezTo>
                    <a:pt x="66750" y="10637"/>
                    <a:pt x="27607" y="36874"/>
                    <a:pt x="10872" y="75025"/>
                  </a:cubicBezTo>
                  <a:cubicBezTo>
                    <a:pt x="10588" y="75734"/>
                    <a:pt x="10588" y="77294"/>
                    <a:pt x="10730" y="79563"/>
                  </a:cubicBezTo>
                  <a:cubicBezTo>
                    <a:pt x="26472" y="63821"/>
                    <a:pt x="46611" y="54460"/>
                    <a:pt x="68452" y="54460"/>
                  </a:cubicBezTo>
                  <a:cubicBezTo>
                    <a:pt x="119367" y="54460"/>
                    <a:pt x="160496" y="105517"/>
                    <a:pt x="160496" y="168628"/>
                  </a:cubicBezTo>
                  <a:cubicBezTo>
                    <a:pt x="160496" y="212452"/>
                    <a:pt x="140640" y="250461"/>
                    <a:pt x="111425" y="269607"/>
                  </a:cubicBezTo>
                  <a:cubicBezTo>
                    <a:pt x="113127" y="268898"/>
                    <a:pt x="114829" y="267905"/>
                    <a:pt x="116531" y="266770"/>
                  </a:cubicBezTo>
                  <a:cubicBezTo>
                    <a:pt x="168296" y="236987"/>
                    <a:pt x="211978" y="172883"/>
                    <a:pt x="210843" y="119416"/>
                  </a:cubicBezTo>
                  <a:cubicBezTo>
                    <a:pt x="209708" y="59850"/>
                    <a:pt x="166878" y="10920"/>
                    <a:pt x="109297" y="10920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A796CE7C-D54E-4DE9-835F-C729165F7E0F}"/>
                </a:ext>
              </a:extLst>
            </p:cNvPr>
            <p:cNvSpPr/>
            <p:nvPr/>
          </p:nvSpPr>
          <p:spPr>
            <a:xfrm>
              <a:off x="3966045" y="2941484"/>
              <a:ext cx="212736" cy="269465"/>
            </a:xfrm>
            <a:custGeom>
              <a:avLst/>
              <a:gdLst>
                <a:gd name="connsiteX0" fmla="*/ 106638 w 212735"/>
                <a:gd name="connsiteY0" fmla="*/ 7978 h 269465"/>
                <a:gd name="connsiteX1" fmla="*/ 8213 w 212735"/>
                <a:gd name="connsiteY1" fmla="*/ 72366 h 269465"/>
                <a:gd name="connsiteX2" fmla="*/ 8071 w 212735"/>
                <a:gd name="connsiteY2" fmla="*/ 76904 h 269465"/>
                <a:gd name="connsiteX3" fmla="*/ 65793 w 212735"/>
                <a:gd name="connsiteY3" fmla="*/ 51801 h 269465"/>
                <a:gd name="connsiteX4" fmla="*/ 157836 w 212735"/>
                <a:gd name="connsiteY4" fmla="*/ 165969 h 269465"/>
                <a:gd name="connsiteX5" fmla="*/ 108766 w 212735"/>
                <a:gd name="connsiteY5" fmla="*/ 266948 h 269465"/>
                <a:gd name="connsiteX6" fmla="*/ 113871 w 212735"/>
                <a:gd name="connsiteY6" fmla="*/ 264111 h 269465"/>
                <a:gd name="connsiteX7" fmla="*/ 208184 w 212735"/>
                <a:gd name="connsiteY7" fmla="*/ 116756 h 269465"/>
                <a:gd name="connsiteX8" fmla="*/ 106638 w 212735"/>
                <a:gd name="connsiteY8" fmla="*/ 8261 h 269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2735" h="269465">
                  <a:moveTo>
                    <a:pt x="106638" y="7978"/>
                  </a:moveTo>
                  <a:cubicBezTo>
                    <a:pt x="64091" y="7978"/>
                    <a:pt x="24948" y="34215"/>
                    <a:pt x="8213" y="72366"/>
                  </a:cubicBezTo>
                  <a:cubicBezTo>
                    <a:pt x="7929" y="73075"/>
                    <a:pt x="7929" y="74635"/>
                    <a:pt x="8071" y="76904"/>
                  </a:cubicBezTo>
                  <a:cubicBezTo>
                    <a:pt x="23813" y="61161"/>
                    <a:pt x="43952" y="51801"/>
                    <a:pt x="65793" y="51801"/>
                  </a:cubicBezTo>
                  <a:cubicBezTo>
                    <a:pt x="116708" y="51801"/>
                    <a:pt x="157836" y="102858"/>
                    <a:pt x="157836" y="165969"/>
                  </a:cubicBezTo>
                  <a:cubicBezTo>
                    <a:pt x="157836" y="209793"/>
                    <a:pt x="137981" y="247802"/>
                    <a:pt x="108766" y="266948"/>
                  </a:cubicBezTo>
                  <a:cubicBezTo>
                    <a:pt x="110467" y="266239"/>
                    <a:pt x="112170" y="265246"/>
                    <a:pt x="113871" y="264111"/>
                  </a:cubicBezTo>
                  <a:cubicBezTo>
                    <a:pt x="165637" y="234328"/>
                    <a:pt x="209319" y="170224"/>
                    <a:pt x="208184" y="116756"/>
                  </a:cubicBezTo>
                  <a:cubicBezTo>
                    <a:pt x="207049" y="57190"/>
                    <a:pt x="164219" y="8261"/>
                    <a:pt x="106638" y="826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52ABA1F2-C18B-4DEA-B83F-D7FFBA00F18F}"/>
                </a:ext>
              </a:extLst>
            </p:cNvPr>
            <p:cNvSpPr/>
            <p:nvPr/>
          </p:nvSpPr>
          <p:spPr>
            <a:xfrm>
              <a:off x="3955254" y="2960524"/>
              <a:ext cx="198553" cy="255283"/>
            </a:xfrm>
            <a:custGeom>
              <a:avLst/>
              <a:gdLst>
                <a:gd name="connsiteX0" fmla="*/ 187774 w 198553"/>
                <a:gd name="connsiteY0" fmla="*/ 117572 h 255282"/>
                <a:gd name="connsiteX1" fmla="*/ 89491 w 198553"/>
                <a:gd name="connsiteY1" fmla="*/ 10637 h 255282"/>
                <a:gd name="connsiteX2" fmla="*/ 10637 w 198553"/>
                <a:gd name="connsiteY2" fmla="*/ 97149 h 255282"/>
                <a:gd name="connsiteX3" fmla="*/ 100411 w 198553"/>
                <a:gd name="connsiteY3" fmla="*/ 255141 h 255282"/>
                <a:gd name="connsiteX4" fmla="*/ 187916 w 198553"/>
                <a:gd name="connsiteY4" fmla="*/ 117572 h 255282"/>
                <a:gd name="connsiteX5" fmla="*/ 141398 w 198553"/>
                <a:gd name="connsiteY5" fmla="*/ 138136 h 255282"/>
                <a:gd name="connsiteX6" fmla="*/ 85378 w 198553"/>
                <a:gd name="connsiteY6" fmla="*/ 107219 h 255282"/>
                <a:gd name="connsiteX7" fmla="*/ 83392 w 198553"/>
                <a:gd name="connsiteY7" fmla="*/ 52900 h 255282"/>
                <a:gd name="connsiteX8" fmla="*/ 137144 w 198553"/>
                <a:gd name="connsiteY8" fmla="*/ 85803 h 255282"/>
                <a:gd name="connsiteX9" fmla="*/ 141398 w 198553"/>
                <a:gd name="connsiteY9" fmla="*/ 138136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553" h="255282">
                  <a:moveTo>
                    <a:pt x="187774" y="117572"/>
                  </a:moveTo>
                  <a:cubicBezTo>
                    <a:pt x="184087" y="49638"/>
                    <a:pt x="137427" y="10637"/>
                    <a:pt x="89491" y="10637"/>
                  </a:cubicBezTo>
                  <a:cubicBezTo>
                    <a:pt x="41554" y="10637"/>
                    <a:pt x="10637" y="42122"/>
                    <a:pt x="10637" y="97149"/>
                  </a:cubicBezTo>
                  <a:cubicBezTo>
                    <a:pt x="10637" y="152177"/>
                    <a:pt x="77578" y="245781"/>
                    <a:pt x="100411" y="255141"/>
                  </a:cubicBezTo>
                  <a:cubicBezTo>
                    <a:pt x="107361" y="257977"/>
                    <a:pt x="193306" y="218409"/>
                    <a:pt x="187916" y="117572"/>
                  </a:cubicBezTo>
                  <a:moveTo>
                    <a:pt x="141398" y="138136"/>
                  </a:moveTo>
                  <a:cubicBezTo>
                    <a:pt x="121259" y="142675"/>
                    <a:pt x="97716" y="130336"/>
                    <a:pt x="85378" y="107219"/>
                  </a:cubicBezTo>
                  <a:cubicBezTo>
                    <a:pt x="75308" y="88498"/>
                    <a:pt x="75308" y="67792"/>
                    <a:pt x="83392" y="52900"/>
                  </a:cubicBezTo>
                  <a:cubicBezTo>
                    <a:pt x="102964" y="50347"/>
                    <a:pt x="125089" y="63112"/>
                    <a:pt x="137144" y="85803"/>
                  </a:cubicBezTo>
                  <a:cubicBezTo>
                    <a:pt x="146788" y="103673"/>
                    <a:pt x="147781" y="123387"/>
                    <a:pt x="141398" y="138136"/>
                  </a:cubicBezTo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C23127CA-9042-4A97-85B1-4E21B7ED16BB}"/>
                </a:ext>
              </a:extLst>
            </p:cNvPr>
            <p:cNvSpPr/>
            <p:nvPr/>
          </p:nvSpPr>
          <p:spPr>
            <a:xfrm>
              <a:off x="3957771" y="2963325"/>
              <a:ext cx="184371" cy="255283"/>
            </a:xfrm>
            <a:custGeom>
              <a:avLst/>
              <a:gdLst>
                <a:gd name="connsiteX0" fmla="*/ 80733 w 184370"/>
                <a:gd name="connsiteY0" fmla="*/ 50241 h 255282"/>
                <a:gd name="connsiteX1" fmla="*/ 82719 w 184370"/>
                <a:gd name="connsiteY1" fmla="*/ 104560 h 255282"/>
                <a:gd name="connsiteX2" fmla="*/ 138739 w 184370"/>
                <a:gd name="connsiteY2" fmla="*/ 135477 h 255282"/>
                <a:gd name="connsiteX3" fmla="*/ 134484 w 184370"/>
                <a:gd name="connsiteY3" fmla="*/ 83144 h 255282"/>
                <a:gd name="connsiteX4" fmla="*/ 80733 w 184370"/>
                <a:gd name="connsiteY4" fmla="*/ 50241 h 255282"/>
                <a:gd name="connsiteX5" fmla="*/ 134484 w 184370"/>
                <a:gd name="connsiteY5" fmla="*/ 83144 h 255282"/>
                <a:gd name="connsiteX6" fmla="*/ 122004 w 184370"/>
                <a:gd name="connsiteY6" fmla="*/ 154198 h 255282"/>
                <a:gd name="connsiteX7" fmla="*/ 55914 w 184370"/>
                <a:gd name="connsiteY7" fmla="*/ 125266 h 255282"/>
                <a:gd name="connsiteX8" fmla="*/ 68394 w 184370"/>
                <a:gd name="connsiteY8" fmla="*/ 54212 h 255282"/>
                <a:gd name="connsiteX9" fmla="*/ 134484 w 184370"/>
                <a:gd name="connsiteY9" fmla="*/ 83144 h 255282"/>
                <a:gd name="connsiteX10" fmla="*/ 185115 w 184370"/>
                <a:gd name="connsiteY10" fmla="*/ 114913 h 255282"/>
                <a:gd name="connsiteX11" fmla="*/ 86831 w 184370"/>
                <a:gd name="connsiteY11" fmla="*/ 7978 h 255282"/>
                <a:gd name="connsiteX12" fmla="*/ 7978 w 184370"/>
                <a:gd name="connsiteY12" fmla="*/ 94490 h 255282"/>
                <a:gd name="connsiteX13" fmla="*/ 97752 w 184370"/>
                <a:gd name="connsiteY13" fmla="*/ 252482 h 255282"/>
                <a:gd name="connsiteX14" fmla="*/ 185257 w 184370"/>
                <a:gd name="connsiteY14" fmla="*/ 114913 h 255282"/>
                <a:gd name="connsiteX15" fmla="*/ 138597 w 184370"/>
                <a:gd name="connsiteY15" fmla="*/ 135477 h 255282"/>
                <a:gd name="connsiteX16" fmla="*/ 82577 w 184370"/>
                <a:gd name="connsiteY16" fmla="*/ 104560 h 255282"/>
                <a:gd name="connsiteX17" fmla="*/ 80591 w 184370"/>
                <a:gd name="connsiteY17" fmla="*/ 50241 h 255282"/>
                <a:gd name="connsiteX18" fmla="*/ 134342 w 184370"/>
                <a:gd name="connsiteY18" fmla="*/ 83144 h 255282"/>
                <a:gd name="connsiteX19" fmla="*/ 138597 w 184370"/>
                <a:gd name="connsiteY19" fmla="*/ 135477 h 25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370" h="255282">
                  <a:moveTo>
                    <a:pt x="80733" y="50241"/>
                  </a:moveTo>
                  <a:cubicBezTo>
                    <a:pt x="72507" y="65133"/>
                    <a:pt x="72649" y="85839"/>
                    <a:pt x="82719" y="104560"/>
                  </a:cubicBezTo>
                  <a:cubicBezTo>
                    <a:pt x="95199" y="127677"/>
                    <a:pt x="118600" y="140015"/>
                    <a:pt x="138739" y="135477"/>
                  </a:cubicBezTo>
                  <a:cubicBezTo>
                    <a:pt x="145121" y="120727"/>
                    <a:pt x="144128" y="101014"/>
                    <a:pt x="134484" y="83144"/>
                  </a:cubicBezTo>
                  <a:cubicBezTo>
                    <a:pt x="122287" y="60452"/>
                    <a:pt x="100163" y="47688"/>
                    <a:pt x="80733" y="50241"/>
                  </a:cubicBezTo>
                  <a:close/>
                  <a:moveTo>
                    <a:pt x="134484" y="83144"/>
                  </a:moveTo>
                  <a:cubicBezTo>
                    <a:pt x="149234" y="110800"/>
                    <a:pt x="143703" y="142568"/>
                    <a:pt x="122004" y="154198"/>
                  </a:cubicBezTo>
                  <a:cubicBezTo>
                    <a:pt x="100305" y="165827"/>
                    <a:pt x="70806" y="152921"/>
                    <a:pt x="55914" y="125266"/>
                  </a:cubicBezTo>
                  <a:cubicBezTo>
                    <a:pt x="41164" y="97610"/>
                    <a:pt x="46695" y="65842"/>
                    <a:pt x="68394" y="54212"/>
                  </a:cubicBezTo>
                  <a:cubicBezTo>
                    <a:pt x="90093" y="42583"/>
                    <a:pt x="119593" y="55489"/>
                    <a:pt x="134484" y="83144"/>
                  </a:cubicBezTo>
                  <a:close/>
                  <a:moveTo>
                    <a:pt x="185115" y="114913"/>
                  </a:moveTo>
                  <a:cubicBezTo>
                    <a:pt x="181428" y="46979"/>
                    <a:pt x="134768" y="7978"/>
                    <a:pt x="86831" y="7978"/>
                  </a:cubicBezTo>
                  <a:cubicBezTo>
                    <a:pt x="38895" y="7978"/>
                    <a:pt x="7978" y="39462"/>
                    <a:pt x="7978" y="94490"/>
                  </a:cubicBezTo>
                  <a:cubicBezTo>
                    <a:pt x="7978" y="149518"/>
                    <a:pt x="74918" y="243121"/>
                    <a:pt x="97752" y="252482"/>
                  </a:cubicBezTo>
                  <a:cubicBezTo>
                    <a:pt x="104701" y="255318"/>
                    <a:pt x="190646" y="215749"/>
                    <a:pt x="185257" y="114913"/>
                  </a:cubicBezTo>
                  <a:close/>
                  <a:moveTo>
                    <a:pt x="138597" y="135477"/>
                  </a:moveTo>
                  <a:cubicBezTo>
                    <a:pt x="118458" y="140015"/>
                    <a:pt x="94915" y="127677"/>
                    <a:pt x="82577" y="104560"/>
                  </a:cubicBezTo>
                  <a:cubicBezTo>
                    <a:pt x="72507" y="85839"/>
                    <a:pt x="72507" y="65133"/>
                    <a:pt x="80591" y="50241"/>
                  </a:cubicBezTo>
                  <a:cubicBezTo>
                    <a:pt x="100163" y="47688"/>
                    <a:pt x="122287" y="60452"/>
                    <a:pt x="134342" y="83144"/>
                  </a:cubicBezTo>
                  <a:cubicBezTo>
                    <a:pt x="143986" y="101014"/>
                    <a:pt x="144979" y="120727"/>
                    <a:pt x="138597" y="135477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64E4A837-E984-4769-881E-32BA0D86A77C}"/>
                </a:ext>
              </a:extLst>
            </p:cNvPr>
            <p:cNvSpPr/>
            <p:nvPr/>
          </p:nvSpPr>
          <p:spPr>
            <a:xfrm>
              <a:off x="4430221" y="2734741"/>
              <a:ext cx="368742" cy="226918"/>
            </a:xfrm>
            <a:custGeom>
              <a:avLst/>
              <a:gdLst>
                <a:gd name="connsiteX0" fmla="*/ 307900 w 368741"/>
                <a:gd name="connsiteY0" fmla="*/ 99277 h 226917"/>
                <a:gd name="connsiteX1" fmla="*/ 297830 w 368741"/>
                <a:gd name="connsiteY1" fmla="*/ 100128 h 226917"/>
                <a:gd name="connsiteX2" fmla="*/ 197135 w 368741"/>
                <a:gd name="connsiteY2" fmla="*/ 10637 h 226917"/>
                <a:gd name="connsiteX3" fmla="*/ 105659 w 368741"/>
                <a:gd name="connsiteY3" fmla="*/ 68217 h 226917"/>
                <a:gd name="connsiteX4" fmla="*/ 87080 w 368741"/>
                <a:gd name="connsiteY4" fmla="*/ 65948 h 226917"/>
                <a:gd name="connsiteX5" fmla="*/ 10637 w 368741"/>
                <a:gd name="connsiteY5" fmla="*/ 142391 h 226917"/>
                <a:gd name="connsiteX6" fmla="*/ 87080 w 368741"/>
                <a:gd name="connsiteY6" fmla="*/ 218834 h 226917"/>
                <a:gd name="connsiteX7" fmla="*/ 307900 w 368741"/>
                <a:gd name="connsiteY7" fmla="*/ 218834 h 226917"/>
                <a:gd name="connsiteX8" fmla="*/ 367607 w 368741"/>
                <a:gd name="connsiteY8" fmla="*/ 159126 h 226917"/>
                <a:gd name="connsiteX9" fmla="*/ 307900 w 368741"/>
                <a:gd name="connsiteY9" fmla="*/ 99418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26917">
                  <a:moveTo>
                    <a:pt x="307900" y="99277"/>
                  </a:moveTo>
                  <a:cubicBezTo>
                    <a:pt x="304496" y="99277"/>
                    <a:pt x="301092" y="99560"/>
                    <a:pt x="297830" y="100128"/>
                  </a:cubicBezTo>
                  <a:cubicBezTo>
                    <a:pt x="291873" y="49780"/>
                    <a:pt x="249042" y="10637"/>
                    <a:pt x="197135" y="10637"/>
                  </a:cubicBezTo>
                  <a:cubicBezTo>
                    <a:pt x="156857" y="10637"/>
                    <a:pt x="122110" y="34180"/>
                    <a:pt x="105659" y="68217"/>
                  </a:cubicBezTo>
                  <a:cubicBezTo>
                    <a:pt x="99702" y="66657"/>
                    <a:pt x="93462" y="65948"/>
                    <a:pt x="87080" y="65948"/>
                  </a:cubicBezTo>
                  <a:cubicBezTo>
                    <a:pt x="44816" y="65948"/>
                    <a:pt x="10637" y="100128"/>
                    <a:pt x="10637" y="142391"/>
                  </a:cubicBezTo>
                  <a:cubicBezTo>
                    <a:pt x="10637" y="184655"/>
                    <a:pt x="44816" y="218834"/>
                    <a:pt x="87080" y="218834"/>
                  </a:cubicBezTo>
                  <a:lnTo>
                    <a:pt x="307900" y="218834"/>
                  </a:lnTo>
                  <a:cubicBezTo>
                    <a:pt x="340944" y="218834"/>
                    <a:pt x="367607" y="192171"/>
                    <a:pt x="367607" y="159126"/>
                  </a:cubicBezTo>
                  <a:cubicBezTo>
                    <a:pt x="367607" y="126081"/>
                    <a:pt x="340802" y="99418"/>
                    <a:pt x="307900" y="99418"/>
                  </a:cubicBezTo>
                </a:path>
              </a:pathLst>
            </a:custGeom>
            <a:solidFill>
              <a:srgbClr val="FCE900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43780035-9B43-4496-A16E-5B96CFF0E128}"/>
                </a:ext>
              </a:extLst>
            </p:cNvPr>
            <p:cNvSpPr/>
            <p:nvPr/>
          </p:nvSpPr>
          <p:spPr>
            <a:xfrm>
              <a:off x="4432561" y="2737081"/>
              <a:ext cx="368742" cy="212736"/>
            </a:xfrm>
            <a:custGeom>
              <a:avLst/>
              <a:gdLst>
                <a:gd name="connsiteX0" fmla="*/ 305560 w 368741"/>
                <a:gd name="connsiteY0" fmla="*/ 96937 h 212735"/>
                <a:gd name="connsiteX1" fmla="*/ 295490 w 368741"/>
                <a:gd name="connsiteY1" fmla="*/ 97787 h 212735"/>
                <a:gd name="connsiteX2" fmla="*/ 194795 w 368741"/>
                <a:gd name="connsiteY2" fmla="*/ 8297 h 212735"/>
                <a:gd name="connsiteX3" fmla="*/ 103319 w 368741"/>
                <a:gd name="connsiteY3" fmla="*/ 65877 h 212735"/>
                <a:gd name="connsiteX4" fmla="*/ 84740 w 368741"/>
                <a:gd name="connsiteY4" fmla="*/ 63608 h 212735"/>
                <a:gd name="connsiteX5" fmla="*/ 8297 w 368741"/>
                <a:gd name="connsiteY5" fmla="*/ 140051 h 212735"/>
                <a:gd name="connsiteX6" fmla="*/ 84740 w 368741"/>
                <a:gd name="connsiteY6" fmla="*/ 216494 h 212735"/>
                <a:gd name="connsiteX7" fmla="*/ 305560 w 368741"/>
                <a:gd name="connsiteY7" fmla="*/ 216494 h 212735"/>
                <a:gd name="connsiteX8" fmla="*/ 365267 w 368741"/>
                <a:gd name="connsiteY8" fmla="*/ 156786 h 212735"/>
                <a:gd name="connsiteX9" fmla="*/ 305560 w 368741"/>
                <a:gd name="connsiteY9" fmla="*/ 97078 h 21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8741" h="212735">
                  <a:moveTo>
                    <a:pt x="305560" y="96937"/>
                  </a:moveTo>
                  <a:cubicBezTo>
                    <a:pt x="302155" y="96937"/>
                    <a:pt x="298752" y="97220"/>
                    <a:pt x="295490" y="97787"/>
                  </a:cubicBezTo>
                  <a:cubicBezTo>
                    <a:pt x="289533" y="47440"/>
                    <a:pt x="246702" y="8297"/>
                    <a:pt x="194795" y="8297"/>
                  </a:cubicBezTo>
                  <a:cubicBezTo>
                    <a:pt x="154517" y="8297"/>
                    <a:pt x="119770" y="31839"/>
                    <a:pt x="103319" y="65877"/>
                  </a:cubicBezTo>
                  <a:cubicBezTo>
                    <a:pt x="97362" y="64317"/>
                    <a:pt x="91122" y="63608"/>
                    <a:pt x="84740" y="63608"/>
                  </a:cubicBezTo>
                  <a:cubicBezTo>
                    <a:pt x="42476" y="63608"/>
                    <a:pt x="8297" y="97787"/>
                    <a:pt x="8297" y="140051"/>
                  </a:cubicBezTo>
                  <a:cubicBezTo>
                    <a:pt x="8297" y="182314"/>
                    <a:pt x="42476" y="216494"/>
                    <a:pt x="84740" y="216494"/>
                  </a:cubicBezTo>
                  <a:lnTo>
                    <a:pt x="305560" y="216494"/>
                  </a:lnTo>
                  <a:cubicBezTo>
                    <a:pt x="338604" y="216494"/>
                    <a:pt x="365267" y="189831"/>
                    <a:pt x="365267" y="156786"/>
                  </a:cubicBezTo>
                  <a:cubicBezTo>
                    <a:pt x="365267" y="123741"/>
                    <a:pt x="338462" y="97078"/>
                    <a:pt x="305560" y="97078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C93F4A4D-DCB7-4BDC-9335-FCA6BFC49B15}"/>
                </a:ext>
              </a:extLst>
            </p:cNvPr>
            <p:cNvSpPr/>
            <p:nvPr/>
          </p:nvSpPr>
          <p:spPr>
            <a:xfrm>
              <a:off x="4734008" y="3229989"/>
              <a:ext cx="226918" cy="226918"/>
            </a:xfrm>
            <a:custGeom>
              <a:avLst/>
              <a:gdLst>
                <a:gd name="connsiteX0" fmla="*/ 229896 w 226917"/>
                <a:gd name="connsiteY0" fmla="*/ 120267 h 226917"/>
                <a:gd name="connsiteX1" fmla="*/ 120266 w 226917"/>
                <a:gd name="connsiteY1" fmla="*/ 229896 h 226917"/>
                <a:gd name="connsiteX2" fmla="*/ 10637 w 226917"/>
                <a:gd name="connsiteY2" fmla="*/ 120267 h 226917"/>
                <a:gd name="connsiteX3" fmla="*/ 120266 w 226917"/>
                <a:gd name="connsiteY3" fmla="*/ 10637 h 226917"/>
                <a:gd name="connsiteX4" fmla="*/ 229896 w 226917"/>
                <a:gd name="connsiteY4" fmla="*/ 120267 h 22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917" h="226917">
                  <a:moveTo>
                    <a:pt x="229896" y="120267"/>
                  </a:moveTo>
                  <a:cubicBezTo>
                    <a:pt x="229896" y="180825"/>
                    <a:pt x="180825" y="229896"/>
                    <a:pt x="120266" y="229896"/>
                  </a:cubicBezTo>
                  <a:cubicBezTo>
                    <a:pt x="59708" y="229896"/>
                    <a:pt x="10637" y="180825"/>
                    <a:pt x="10637" y="120267"/>
                  </a:cubicBezTo>
                  <a:cubicBezTo>
                    <a:pt x="10637" y="59708"/>
                    <a:pt x="59708" y="10637"/>
                    <a:pt x="120266" y="10637"/>
                  </a:cubicBezTo>
                  <a:cubicBezTo>
                    <a:pt x="180825" y="10637"/>
                    <a:pt x="229896" y="59708"/>
                    <a:pt x="229896" y="120267"/>
                  </a:cubicBezTo>
                </a:path>
              </a:pathLst>
            </a:custGeom>
            <a:solidFill>
              <a:srgbClr val="004F9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9E19034-35F8-4496-8E8E-30916A267220}"/>
                </a:ext>
              </a:extLst>
            </p:cNvPr>
            <p:cNvSpPr/>
            <p:nvPr/>
          </p:nvSpPr>
          <p:spPr>
            <a:xfrm>
              <a:off x="4702466" y="3198490"/>
              <a:ext cx="297830" cy="297830"/>
            </a:xfrm>
            <a:custGeom>
              <a:avLst/>
              <a:gdLst>
                <a:gd name="connsiteX0" fmla="*/ 253139 w 297829"/>
                <a:gd name="connsiteY0" fmla="*/ 109901 h 297829"/>
                <a:gd name="connsiteX1" fmla="*/ 193808 w 297829"/>
                <a:gd name="connsiteY1" fmla="*/ 253140 h 297829"/>
                <a:gd name="connsiteX2" fmla="*/ 50570 w 297829"/>
                <a:gd name="connsiteY2" fmla="*/ 193808 h 297829"/>
                <a:gd name="connsiteX3" fmla="*/ 109901 w 297829"/>
                <a:gd name="connsiteY3" fmla="*/ 50570 h 297829"/>
                <a:gd name="connsiteX4" fmla="*/ 253139 w 297829"/>
                <a:gd name="connsiteY4" fmla="*/ 109901 h 2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29" h="297829">
                  <a:moveTo>
                    <a:pt x="253139" y="109901"/>
                  </a:moveTo>
                  <a:cubicBezTo>
                    <a:pt x="276310" y="165839"/>
                    <a:pt x="249746" y="229969"/>
                    <a:pt x="193808" y="253140"/>
                  </a:cubicBezTo>
                  <a:cubicBezTo>
                    <a:pt x="137870" y="276310"/>
                    <a:pt x="73740" y="249746"/>
                    <a:pt x="50570" y="193808"/>
                  </a:cubicBezTo>
                  <a:cubicBezTo>
                    <a:pt x="27399" y="137870"/>
                    <a:pt x="53963" y="73740"/>
                    <a:pt x="109901" y="50570"/>
                  </a:cubicBezTo>
                  <a:cubicBezTo>
                    <a:pt x="165839" y="27400"/>
                    <a:pt x="229969" y="53963"/>
                    <a:pt x="253139" y="109901"/>
                  </a:cubicBezTo>
                  <a:close/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84861874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" preserve="1">
  <p:cSld name="Custom Layout 1 1 3 1 1 1 1"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9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90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90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90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66" name="Google Shape;966;p90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0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68" name="Google Shape;968;p90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0" name="Google Shape;970;p90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69;p90">
            <a:extLst>
              <a:ext uri="{FF2B5EF4-FFF2-40B4-BE49-F238E27FC236}">
                <a16:creationId xmlns:a16="http://schemas.microsoft.com/office/drawing/2014/main" id="{A6115BD3-9319-480E-B59D-11B966A213B1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F25016-17B9-40AB-8A90-3C8F1D76AC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0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" preserve="1">
  <p:cSld name="Custom Layout 1 1 3 1 1 1 1 1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6900" y="-23933"/>
            <a:ext cx="12256000" cy="68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1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91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91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77" name="Google Shape;977;p91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1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79" name="Google Shape;979;p91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81" name="Google Shape;981;p91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80;p91">
            <a:extLst>
              <a:ext uri="{FF2B5EF4-FFF2-40B4-BE49-F238E27FC236}">
                <a16:creationId xmlns:a16="http://schemas.microsoft.com/office/drawing/2014/main" id="{6FEC1FEA-F1CA-450B-A8E6-2E7A87C05EE4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85C0A85-8A1B-4A9B-9546-E9B8C6A8DA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70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" preserve="1">
  <p:cSld name="Custom Layout 1 1 3 1 1 1 1 1 1"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692;p63">
            <a:extLst>
              <a:ext uri="{FF2B5EF4-FFF2-40B4-BE49-F238E27FC236}">
                <a16:creationId xmlns:a16="http://schemas.microsoft.com/office/drawing/2014/main" id="{F23E6C60-E6BD-4A55-9D4C-9CA66DE74DA3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92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2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92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988" name="Google Shape;988;p92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2"/>
          <p:cNvSpPr txBox="1">
            <a:spLocks noGrp="1"/>
          </p:cNvSpPr>
          <p:nvPr>
            <p:ph type="body" idx="1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0" name="Google Shape;990;p92"/>
          <p:cNvSpPr txBox="1">
            <a:spLocks noGrp="1"/>
          </p:cNvSpPr>
          <p:nvPr>
            <p:ph type="body" idx="2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992" name="Google Shape;992;p92"/>
          <p:cNvSpPr txBox="1">
            <a:spLocks noGrp="1"/>
          </p:cNvSpPr>
          <p:nvPr>
            <p:ph type="subTitle" idx="3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3" name="Google Shape;991;p92">
            <a:extLst>
              <a:ext uri="{FF2B5EF4-FFF2-40B4-BE49-F238E27FC236}">
                <a16:creationId xmlns:a16="http://schemas.microsoft.com/office/drawing/2014/main" id="{D99504DC-63AC-4585-A39C-9BB8BC95E3F8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61616C6-F2E5-420D-9304-2E985DB93F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33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3 1 1 1 1 1 1 1 1" preserve="1">
  <p:cSld name="Custom Layout 1 1 3 1 1 1 1 1 1 1 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9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890" y="-23934"/>
            <a:ext cx="12255993" cy="6893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94" descr="Shape, rectangle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30934" y="12067"/>
            <a:ext cx="100781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4"/>
          <p:cNvSpPr/>
          <p:nvPr/>
        </p:nvSpPr>
        <p:spPr>
          <a:xfrm>
            <a:off x="3262760" y="1963075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4"/>
          <p:cNvSpPr txBox="1">
            <a:spLocks noGrp="1"/>
          </p:cNvSpPr>
          <p:nvPr>
            <p:ph type="subTitle" idx="1"/>
          </p:nvPr>
        </p:nvSpPr>
        <p:spPr>
          <a:xfrm>
            <a:off x="3315777" y="1023795"/>
            <a:ext cx="50524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Open Sans"/>
              <a:buNone/>
              <a:defRPr sz="2000" b="1" i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Open Sans"/>
              <a:buNone/>
              <a:defRPr sz="2267" b="1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10" name="Google Shape;1010;p94"/>
          <p:cNvSpPr txBox="1">
            <a:spLocks noGrp="1"/>
          </p:cNvSpPr>
          <p:nvPr>
            <p:ph type="title"/>
          </p:nvPr>
        </p:nvSpPr>
        <p:spPr>
          <a:xfrm>
            <a:off x="3262767" y="13773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sz="4800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11" name="Google Shape;1011;p94"/>
          <p:cNvSpPr/>
          <p:nvPr/>
        </p:nvSpPr>
        <p:spPr>
          <a:xfrm>
            <a:off x="3262756" y="2007683"/>
            <a:ext cx="19868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94"/>
          <p:cNvSpPr txBox="1">
            <a:spLocks noGrp="1"/>
          </p:cNvSpPr>
          <p:nvPr>
            <p:ph type="body" idx="2"/>
          </p:nvPr>
        </p:nvSpPr>
        <p:spPr>
          <a:xfrm>
            <a:off x="7689401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13" name="Google Shape;1013;p94"/>
          <p:cNvSpPr txBox="1">
            <a:spLocks noGrp="1"/>
          </p:cNvSpPr>
          <p:nvPr>
            <p:ph type="body" idx="3"/>
          </p:nvPr>
        </p:nvSpPr>
        <p:spPr>
          <a:xfrm>
            <a:off x="3262767" y="2606200"/>
            <a:ext cx="4011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pic>
        <p:nvPicPr>
          <p:cNvPr id="13" name="Google Shape;1014;p94">
            <a:extLst>
              <a:ext uri="{FF2B5EF4-FFF2-40B4-BE49-F238E27FC236}">
                <a16:creationId xmlns:a16="http://schemas.microsoft.com/office/drawing/2014/main" id="{137076C1-D5EE-452E-8BAF-F59F238BB47B}"/>
              </a:ext>
            </a:extLst>
          </p:cNvPr>
          <p:cNvPicPr preferRelativeResize="0"/>
          <p:nvPr userDrawn="1"/>
        </p:nvPicPr>
        <p:blipFill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9184" y="70667"/>
            <a:ext cx="1286785" cy="77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F79AFC9-1E74-4693-9124-54DAD54AB0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3313" y="6002457"/>
            <a:ext cx="2407932" cy="50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72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" preserve="1">
  <p:cSld name="Custom Layout 1 1 1 3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9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9" name="Google Shape;1029;p9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42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9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1" name="Google Shape;1031;p9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32" name="Google Shape;1032;p9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96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4" name="Google Shape;1034;p96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70F081E-9E5A-4353-A8A7-21B8AB6E1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0282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" preserve="1">
  <p:cSld name="Custom Layout 1 1 1 1 1 2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12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1" name="Google Shape;1181;p112"/>
          <p:cNvCxnSpPr/>
          <p:nvPr/>
        </p:nvCxnSpPr>
        <p:spPr>
          <a:xfrm>
            <a:off x="0" y="295667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1D1D1B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112"/>
          <p:cNvCxnSpPr/>
          <p:nvPr/>
        </p:nvCxnSpPr>
        <p:spPr>
          <a:xfrm>
            <a:off x="0" y="28007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112"/>
          <p:cNvCxnSpPr/>
          <p:nvPr/>
        </p:nvCxnSpPr>
        <p:spPr>
          <a:xfrm>
            <a:off x="0" y="3112633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11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5" name="Google Shape;1185;p112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F617DCF-8172-4567-BC8E-CB43373CE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354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" preserve="1">
  <p:cSld name="Custom Layout 1 1 1 1 1 2 1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13"/>
          <p:cNvSpPr/>
          <p:nvPr/>
        </p:nvSpPr>
        <p:spPr>
          <a:xfrm>
            <a:off x="0" y="5586167"/>
            <a:ext cx="121920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3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1" name="Google Shape;1191;p113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24A41A-C820-42A3-86AC-D4E2B155A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855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2 1 1" preserve="1">
  <p:cSld name="Custom Layout 1 1 1 1 1 2 1 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1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6" name="Google Shape;1196;p11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27B351-E675-4BA5-BC0A-B915669EA8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2274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 1 1" preserve="1">
  <p:cSld name="Custom Layout 1 1 1 1 1 1 1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15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115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11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24" b="-10024"/>
          <a:stretch/>
        </p:blipFill>
        <p:spPr>
          <a:xfrm>
            <a:off x="8800" y="1194201"/>
            <a:ext cx="12326803" cy="270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4DAE67-4232-4682-AB13-CB7E3C1880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5902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3 1" preserve="1">
  <p:cSld name="Custom Layout 1 1 1 2 1 3 1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65" name="Google Shape;1065;p10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100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100"/>
          <p:cNvSpPr txBox="1">
            <a:spLocks noGrp="1"/>
          </p:cNvSpPr>
          <p:nvPr>
            <p:ph type="title"/>
          </p:nvPr>
        </p:nvSpPr>
        <p:spPr>
          <a:xfrm>
            <a:off x="1467367" y="431267"/>
            <a:ext cx="107248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E07235F-23B3-4984-8263-D1AB3726D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43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2 1" preserve="1">
  <p:cSld name="Custom Layout 1 1 1 2 1 2 1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1"/>
          <p:cNvSpPr txBox="1">
            <a:spLocks noGrp="1"/>
          </p:cNvSpPr>
          <p:nvPr>
            <p:ph type="subTitle" idx="1"/>
          </p:nvPr>
        </p:nvSpPr>
        <p:spPr>
          <a:xfrm>
            <a:off x="1467367" y="1539284"/>
            <a:ext cx="1072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pen Sans"/>
              <a:buNone/>
              <a:defRPr sz="1333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2" name="Google Shape;1072;p101"/>
          <p:cNvSpPr txBox="1">
            <a:spLocks noGrp="1"/>
          </p:cNvSpPr>
          <p:nvPr>
            <p:ph type="title"/>
          </p:nvPr>
        </p:nvSpPr>
        <p:spPr>
          <a:xfrm>
            <a:off x="1467367" y="651051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pen Sans ExtraBold"/>
              <a:buNone/>
              <a:defRPr sz="3467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01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4" name="Google Shape;1074;p101"/>
          <p:cNvSpPr txBox="1">
            <a:spLocks noGrp="1"/>
          </p:cNvSpPr>
          <p:nvPr>
            <p:ph type="subTitle" idx="2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3DF5F1-CB77-4F68-BA5E-58207AED22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  <p15:guide id="3" orient="horz" pos="3058">
          <p15:clr>
            <a:srgbClr val="FA7B17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2" preserve="1">
  <p:cSld name="Custom Layout 1 1 1 2 1 1 2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2"/>
          <p:cNvSpPr txBox="1">
            <a:spLocks noGrp="1"/>
          </p:cNvSpPr>
          <p:nvPr>
            <p:ph type="body" idx="1"/>
          </p:nvPr>
        </p:nvSpPr>
        <p:spPr>
          <a:xfrm>
            <a:off x="1467367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78" name="Google Shape;1078;p102"/>
          <p:cNvSpPr txBox="1">
            <a:spLocks noGrp="1"/>
          </p:cNvSpPr>
          <p:nvPr>
            <p:ph type="title"/>
          </p:nvPr>
        </p:nvSpPr>
        <p:spPr>
          <a:xfrm>
            <a:off x="1467367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79" name="Google Shape;1079;p102"/>
          <p:cNvSpPr txBox="1">
            <a:spLocks noGrp="1"/>
          </p:cNvSpPr>
          <p:nvPr>
            <p:ph type="body" idx="2"/>
          </p:nvPr>
        </p:nvSpPr>
        <p:spPr>
          <a:xfrm>
            <a:off x="4909128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0" name="Google Shape;1080;p102"/>
          <p:cNvSpPr txBox="1">
            <a:spLocks noGrp="1"/>
          </p:cNvSpPr>
          <p:nvPr>
            <p:ph type="title" idx="3"/>
          </p:nvPr>
        </p:nvSpPr>
        <p:spPr>
          <a:xfrm>
            <a:off x="4909128" y="1835717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1" name="Google Shape;1081;p102"/>
          <p:cNvSpPr txBox="1">
            <a:spLocks noGrp="1"/>
          </p:cNvSpPr>
          <p:nvPr>
            <p:ph type="body" idx="4"/>
          </p:nvPr>
        </p:nvSpPr>
        <p:spPr>
          <a:xfrm>
            <a:off x="8530252" y="2541243"/>
            <a:ext cx="27208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●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○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380990" algn="ctr" rtl="0">
              <a:spcBef>
                <a:spcPts val="0"/>
              </a:spcBef>
              <a:spcAft>
                <a:spcPts val="0"/>
              </a:spcAft>
              <a:buSzPts val="900"/>
              <a:buFont typeface="Open Sans Light"/>
              <a:buChar char="■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082" name="Google Shape;1082;p102"/>
          <p:cNvSpPr txBox="1">
            <a:spLocks noGrp="1"/>
          </p:cNvSpPr>
          <p:nvPr>
            <p:ph type="title" idx="5"/>
          </p:nvPr>
        </p:nvSpPr>
        <p:spPr>
          <a:xfrm>
            <a:off x="8530269" y="1835717"/>
            <a:ext cx="30800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SemiBold"/>
              <a:buNone/>
              <a:defRPr sz="16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3" name="Google Shape;1083;p102"/>
          <p:cNvSpPr txBox="1">
            <a:spLocks noGrp="1"/>
          </p:cNvSpPr>
          <p:nvPr>
            <p:ph type="title" idx="6"/>
          </p:nvPr>
        </p:nvSpPr>
        <p:spPr>
          <a:xfrm>
            <a:off x="1467367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4" name="Google Shape;1084;p102"/>
          <p:cNvSpPr txBox="1">
            <a:spLocks noGrp="1"/>
          </p:cNvSpPr>
          <p:nvPr>
            <p:ph type="title" idx="7"/>
          </p:nvPr>
        </p:nvSpPr>
        <p:spPr>
          <a:xfrm>
            <a:off x="4909128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5" name="Google Shape;1085;p102"/>
          <p:cNvSpPr txBox="1">
            <a:spLocks noGrp="1"/>
          </p:cNvSpPr>
          <p:nvPr>
            <p:ph type="title" idx="8"/>
          </p:nvPr>
        </p:nvSpPr>
        <p:spPr>
          <a:xfrm>
            <a:off x="8530252" y="5475200"/>
            <a:ext cx="2720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"/>
              <a:buFont typeface="Open Sans SemiBold"/>
              <a:buNone/>
              <a:defRPr sz="1200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086" name="Google Shape;1086;p102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087" name="Google Shape;1087;p10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0" y="1"/>
            <a:ext cx="12191995" cy="2270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2"/>
          <p:cNvSpPr txBox="1">
            <a:spLocks noGrp="1"/>
          </p:cNvSpPr>
          <p:nvPr>
            <p:ph type="title" idx="9"/>
          </p:nvPr>
        </p:nvSpPr>
        <p:spPr>
          <a:xfrm>
            <a:off x="1200600" y="6312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9" name="Google Shape;1089;p102"/>
          <p:cNvSpPr txBox="1">
            <a:spLocks noGrp="1"/>
          </p:cNvSpPr>
          <p:nvPr>
            <p:ph type="subTitle" idx="13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33143F9-3D0D-4B4E-B5C4-9E01BCA56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86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693">
          <p15:clr>
            <a:srgbClr val="FA7B17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2" preserve="1">
  <p:cSld name="Custom Layout 1 1 1 2 1 1 1 1 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0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72"/>
          <a:stretch/>
        </p:blipFill>
        <p:spPr>
          <a:xfrm rot="10800000" flipH="1">
            <a:off x="0" y="-2"/>
            <a:ext cx="12191995" cy="17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04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2" name="Google Shape;1112;p104"/>
          <p:cNvSpPr txBox="1">
            <a:spLocks noGrp="1"/>
          </p:cNvSpPr>
          <p:nvPr>
            <p:ph type="title"/>
          </p:nvPr>
        </p:nvSpPr>
        <p:spPr>
          <a:xfrm>
            <a:off x="1200600" y="6414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b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ExtraBold"/>
              <a:buNone/>
              <a:defRPr sz="3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104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BD77BB-68D7-41C4-8E3F-ED2CE8413B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03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preserve="1" userDrawn="1">
  <p:cSld name="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AF887C3-FE4C-4080-BB63-D5ABFD0FC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4451" y="6511679"/>
            <a:ext cx="1254599" cy="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00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2" preserve="1">
  <p:cSld name="1_Custom Layout 1 1 1 2 1 1 1 1 1 2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5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p105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7248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105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29919A-9715-4F54-A519-A1207A10E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54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2 1 1 1 1 1 1 1" preserve="1">
  <p:cSld name="Custom Layout 1 1 1 2 1 1 1 1 1 1 1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6"/>
          <p:cNvSpPr/>
          <p:nvPr/>
        </p:nvSpPr>
        <p:spPr>
          <a:xfrm flipH="1">
            <a:off x="8339600" y="6170533"/>
            <a:ext cx="3869600" cy="687600"/>
          </a:xfrm>
          <a:prstGeom prst="round1Rect">
            <a:avLst>
              <a:gd name="adj" fmla="val 3624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2" name="Google Shape;1122;p106"/>
          <p:cNvSpPr txBox="1">
            <a:spLocks noGrp="1"/>
          </p:cNvSpPr>
          <p:nvPr>
            <p:ph type="title"/>
          </p:nvPr>
        </p:nvSpPr>
        <p:spPr>
          <a:xfrm>
            <a:off x="1200600" y="369600"/>
            <a:ext cx="1054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Open Sans ExtraBold"/>
              <a:buNone/>
              <a:defRPr sz="3333" i="1">
                <a:solidFill>
                  <a:srgbClr val="005AA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3" name="Google Shape;1123;p106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B9F8BD-6015-402B-9C4C-6330BDAC06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86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FA7B17"/>
          </p15:clr>
        </p15:guide>
        <p15:guide id="2" pos="586">
          <p15:clr>
            <a:srgbClr val="FA7B17"/>
          </p15:clr>
        </p15:guide>
        <p15:guide id="3" pos="379">
          <p15:clr>
            <a:srgbClr val="FA7B17"/>
          </p15:clr>
        </p15:guide>
        <p15:guide id="4" orient="horz" pos="340">
          <p15:clr>
            <a:srgbClr val="FA7B17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 1" preserve="1">
  <p:cSld name="Custom Layout 1 1 2 1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07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7" name="Google Shape;1127;p107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76D0E4-AACA-4DEA-9BA1-860B37E01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7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2" preserve="1">
  <p:cSld name="Custom Layout 1 1 2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18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p118"/>
          <p:cNvSpPr txBox="1">
            <a:spLocks noGrp="1"/>
          </p:cNvSpPr>
          <p:nvPr>
            <p:ph type="subTitle" idx="1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B5D2E9-5364-4CE8-92E9-1C0B9B69C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9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5">
          <p15:clr>
            <a:srgbClr val="FA7B17"/>
          </p15:clr>
        </p15:guide>
        <p15:guide id="2" pos="3633">
          <p15:clr>
            <a:srgbClr val="FA7B17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 1" preserve="1">
  <p:cSld name="Custom Layout 1 1 1 1 2 2 1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11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11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111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111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71" name="Google Shape;1171;p111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11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3" name="Google Shape;1173;p111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5" name="Google Shape;1175;p111"/>
          <p:cNvSpPr/>
          <p:nvPr/>
        </p:nvSpPr>
        <p:spPr>
          <a:xfrm>
            <a:off x="0" y="6170533"/>
            <a:ext cx="123444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6" name="Google Shape;1176;p111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F7E1594C-AEDA-4C2D-93BD-3A34EBA9356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096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84F76D0-4300-4FB3-91CD-79E58AADE6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308497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84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2" preserve="1">
  <p:cSld name="Custom Layout 1 1 1 1 2 2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08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08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08"/>
          <p:cNvSpPr txBox="1">
            <a:spLocks noGrp="1"/>
          </p:cNvSpPr>
          <p:nvPr>
            <p:ph type="subTitle" idx="1"/>
          </p:nvPr>
        </p:nvSpPr>
        <p:spPr>
          <a:xfrm>
            <a:off x="6163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108"/>
          <p:cNvSpPr txBox="1">
            <a:spLocks noGrp="1"/>
          </p:cNvSpPr>
          <p:nvPr>
            <p:ph type="title"/>
          </p:nvPr>
        </p:nvSpPr>
        <p:spPr>
          <a:xfrm>
            <a:off x="6103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108"/>
          <p:cNvSpPr txBox="1">
            <a:spLocks noGrp="1"/>
          </p:cNvSpPr>
          <p:nvPr>
            <p:ph type="body" idx="2"/>
          </p:nvPr>
        </p:nvSpPr>
        <p:spPr>
          <a:xfrm>
            <a:off x="6163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○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■"/>
              <a:defRPr sz="1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36" name="Google Shape;1136;p108"/>
          <p:cNvSpPr/>
          <p:nvPr/>
        </p:nvSpPr>
        <p:spPr>
          <a:xfrm>
            <a:off x="6174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8"/>
          <p:cNvSpPr/>
          <p:nvPr/>
        </p:nvSpPr>
        <p:spPr>
          <a:xfrm rot="4172101">
            <a:off x="-4028156" y="-4194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8" name="Google Shape;1138;p108"/>
          <p:cNvSpPr>
            <a:spLocks noGrp="1"/>
          </p:cNvSpPr>
          <p:nvPr>
            <p:ph type="pic" idx="3"/>
          </p:nvPr>
        </p:nvSpPr>
        <p:spPr>
          <a:xfrm>
            <a:off x="2061067" y="815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3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1F7A73E0-5FD4-4E3C-9FE5-84AF542E41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0600" y="3998949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0E55075-E25B-440B-8023-521908D6B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57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2 1 1 1" preserve="1">
  <p:cSld name="Custom Layout 1 1 1 1 2 1 1 1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0"/>
          <p:cNvSpPr/>
          <p:nvPr/>
        </p:nvSpPr>
        <p:spPr>
          <a:xfrm>
            <a:off x="0" y="1"/>
            <a:ext cx="12344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10"/>
          <p:cNvSpPr/>
          <p:nvPr/>
        </p:nvSpPr>
        <p:spPr>
          <a:xfrm>
            <a:off x="-1" y="5586153"/>
            <a:ext cx="12344400" cy="12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10"/>
          <p:cNvSpPr txBox="1">
            <a:spLocks noGrp="1"/>
          </p:cNvSpPr>
          <p:nvPr>
            <p:ph type="subTitle" idx="1"/>
          </p:nvPr>
        </p:nvSpPr>
        <p:spPr>
          <a:xfrm>
            <a:off x="5147853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"/>
              <a:buNone/>
              <a:defRPr sz="1600" i="1">
                <a:solidFill>
                  <a:srgbClr val="1D1D1B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7" name="Google Shape;1157;p110"/>
          <p:cNvSpPr txBox="1">
            <a:spLocks noGrp="1"/>
          </p:cNvSpPr>
          <p:nvPr>
            <p:ph type="title"/>
          </p:nvPr>
        </p:nvSpPr>
        <p:spPr>
          <a:xfrm>
            <a:off x="5087275" y="1692433"/>
            <a:ext cx="5660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27509B"/>
              </a:buClr>
              <a:buSzPts val="4000"/>
              <a:buFont typeface="Open Sans ExtraBold"/>
              <a:buNone/>
              <a:defRPr sz="5333" i="1">
                <a:solidFill>
                  <a:srgbClr val="27509B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400"/>
              <a:buNone/>
              <a:defRPr>
                <a:solidFill>
                  <a:srgbClr val="1D1D1B"/>
                </a:solidFill>
              </a:defRPr>
            </a:lvl9pPr>
          </a:lstStyle>
          <a:p>
            <a:endParaRPr/>
          </a:p>
        </p:txBody>
      </p:sp>
      <p:sp>
        <p:nvSpPr>
          <p:cNvPr id="1158" name="Google Shape;1158;p110"/>
          <p:cNvSpPr txBox="1">
            <a:spLocks noGrp="1"/>
          </p:cNvSpPr>
          <p:nvPr>
            <p:ph type="body" idx="2"/>
          </p:nvPr>
        </p:nvSpPr>
        <p:spPr>
          <a:xfrm>
            <a:off x="5147867" y="3101767"/>
            <a:ext cx="5905200" cy="21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●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○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1200"/>
              <a:buFont typeface="Open Sans Light"/>
              <a:buChar char="■"/>
              <a:defRPr sz="1600">
                <a:solidFill>
                  <a:srgbClr val="1D1D1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159" name="Google Shape;1159;p110"/>
          <p:cNvSpPr/>
          <p:nvPr/>
        </p:nvSpPr>
        <p:spPr>
          <a:xfrm>
            <a:off x="5158121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10"/>
          <p:cNvSpPr/>
          <p:nvPr/>
        </p:nvSpPr>
        <p:spPr>
          <a:xfrm rot="4172101">
            <a:off x="-4840956" y="-4702409"/>
            <a:ext cx="8366440" cy="9919577"/>
          </a:xfrm>
          <a:prstGeom prst="arc">
            <a:avLst>
              <a:gd name="adj1" fmla="val 16495189"/>
              <a:gd name="adj2" fmla="val 1366188"/>
            </a:avLst>
          </a:prstGeom>
          <a:noFill/>
          <a:ln w="38100" cap="flat" cmpd="sng">
            <a:solidFill>
              <a:srgbClr val="1D1D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1" name="Google Shape;1161;p110"/>
          <p:cNvSpPr>
            <a:spLocks noGrp="1"/>
          </p:cNvSpPr>
          <p:nvPr>
            <p:ph type="pic" idx="3"/>
          </p:nvPr>
        </p:nvSpPr>
        <p:spPr>
          <a:xfrm>
            <a:off x="1248267" y="307067"/>
            <a:ext cx="3510400" cy="3510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3" name="Google Shape;1163;p110"/>
          <p:cNvSpPr/>
          <p:nvPr/>
        </p:nvSpPr>
        <p:spPr>
          <a:xfrm>
            <a:off x="0" y="6170533"/>
            <a:ext cx="12209200" cy="68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4" name="Google Shape;1164;p110"/>
          <p:cNvSpPr txBox="1">
            <a:spLocks noGrp="1"/>
          </p:cNvSpPr>
          <p:nvPr>
            <p:ph type="subTitle" idx="4"/>
          </p:nvPr>
        </p:nvSpPr>
        <p:spPr>
          <a:xfrm>
            <a:off x="605633" y="6394133"/>
            <a:ext cx="2526400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None/>
              <a:defRPr sz="933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772;p70" descr="Icon&#10;&#10;Description automatically generated">
            <a:extLst>
              <a:ext uri="{FF2B5EF4-FFF2-40B4-BE49-F238E27FC236}">
                <a16:creationId xmlns:a16="http://schemas.microsoft.com/office/drawing/2014/main" id="{95FE2967-B3FF-4460-849F-805EB63883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800" y="3491101"/>
            <a:ext cx="839536" cy="106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CB1B220-DAE1-4EE3-9A34-A4B027C408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5990" y="6300495"/>
            <a:ext cx="2022369" cy="42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39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16">
          <p15:clr>
            <a:srgbClr val="FA7B17"/>
          </p15:clr>
        </p15:guide>
        <p15:guide id="2" orient="horz" pos="479">
          <p15:clr>
            <a:srgbClr val="FA7B17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3 1" preserve="1">
  <p:cSld name="Custom Layout 1 1 1 3 1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1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16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7" name="Google Shape;1207;p116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8" name="Google Shape;1208;p116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09" name="Google Shape;1209;p116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0" name="Google Shape;1210;p116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13BE6AA-6A31-449D-A5A8-2FC213CE4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33539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7798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4" preserve="1">
  <p:cSld name="Custom Layout 1 1 1 4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1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52035"/>
            <a:ext cx="12192005" cy="31368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17"/>
          <p:cNvSpPr txBox="1">
            <a:spLocks noGrp="1"/>
          </p:cNvSpPr>
          <p:nvPr>
            <p:ph type="subTitle" idx="1"/>
          </p:nvPr>
        </p:nvSpPr>
        <p:spPr>
          <a:xfrm>
            <a:off x="1457495" y="1014904"/>
            <a:ext cx="3850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7"/>
          <p:cNvSpPr txBox="1">
            <a:spLocks noGrp="1"/>
          </p:cNvSpPr>
          <p:nvPr>
            <p:ph type="title"/>
          </p:nvPr>
        </p:nvSpPr>
        <p:spPr>
          <a:xfrm>
            <a:off x="1355900" y="1692433"/>
            <a:ext cx="89292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t" anchorCtr="0">
            <a:noAutofit/>
          </a:bodyPr>
          <a:lstStyle>
            <a:lvl1pPr lvl="0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 ExtraBold"/>
              <a:buNone/>
              <a:defRPr sz="5333" i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117"/>
          <p:cNvSpPr txBox="1">
            <a:spLocks noGrp="1"/>
          </p:cNvSpPr>
          <p:nvPr>
            <p:ph type="body" idx="2"/>
          </p:nvPr>
        </p:nvSpPr>
        <p:spPr>
          <a:xfrm>
            <a:off x="14673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7" name="Google Shape;1217;p117"/>
          <p:cNvSpPr txBox="1">
            <a:spLocks noGrp="1"/>
          </p:cNvSpPr>
          <p:nvPr>
            <p:ph type="body" idx="3"/>
          </p:nvPr>
        </p:nvSpPr>
        <p:spPr>
          <a:xfrm>
            <a:off x="6630467" y="3097333"/>
            <a:ext cx="4883200" cy="24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○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■"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18" name="Google Shape;1218;p117"/>
          <p:cNvSpPr/>
          <p:nvPr/>
        </p:nvSpPr>
        <p:spPr>
          <a:xfrm>
            <a:off x="1457508" y="1434428"/>
            <a:ext cx="1784400" cy="99600"/>
          </a:xfrm>
          <a:prstGeom prst="rect">
            <a:avLst/>
          </a:prstGeom>
          <a:solidFill>
            <a:srgbClr val="FCE500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AA85E2D-DE07-45F2-97B7-7C66E0C31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7607" y="6152440"/>
            <a:ext cx="1972636" cy="4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104.xml"/><Relationship Id="rId21" Type="http://schemas.openxmlformats.org/officeDocument/2006/relationships/slideLayout" Target="../slideLayouts/slideLayout86.xml"/><Relationship Id="rId34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2.xml"/><Relationship Id="rId40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01.xml"/><Relationship Id="rId49" Type="http://schemas.openxmlformats.org/officeDocument/2006/relationships/theme" Target="../theme/theme3.xml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100.xml"/><Relationship Id="rId43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11.xml"/><Relationship Id="rId2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50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68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69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  <p:sldLayoutId id="2147483766" r:id="rId30"/>
    <p:sldLayoutId id="2147483767" r:id="rId31"/>
    <p:sldLayoutId id="2147483768" r:id="rId32"/>
    <p:sldLayoutId id="2147483769" r:id="rId33"/>
    <p:sldLayoutId id="2147483770" r:id="rId34"/>
    <p:sldLayoutId id="2147483771" r:id="rId35"/>
    <p:sldLayoutId id="2147483772" r:id="rId36"/>
    <p:sldLayoutId id="2147483773" r:id="rId37"/>
    <p:sldLayoutId id="2147483774" r:id="rId38"/>
    <p:sldLayoutId id="2147483775" r:id="rId39"/>
    <p:sldLayoutId id="2147483776" r:id="rId40"/>
    <p:sldLayoutId id="2147483777" r:id="rId41"/>
    <p:sldLayoutId id="2147483778" r:id="rId42"/>
    <p:sldLayoutId id="2147483779" r:id="rId43"/>
    <p:sldLayoutId id="2147483780" r:id="rId44"/>
    <p:sldLayoutId id="2147483781" r:id="rId45"/>
    <p:sldLayoutId id="2147483782" r:id="rId46"/>
    <p:sldLayoutId id="2147483783" r:id="rId47"/>
    <p:sldLayoutId id="2147483784" r:id="rId4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19"/>
          <p:cNvSpPr txBox="1">
            <a:spLocks noGrp="1"/>
          </p:cNvSpPr>
          <p:nvPr>
            <p:ph type="title"/>
          </p:nvPr>
        </p:nvSpPr>
        <p:spPr>
          <a:xfrm>
            <a:off x="888601" y="2081267"/>
            <a:ext cx="5484491" cy="1930800"/>
          </a:xfrm>
          <a:prstGeom prst="rect">
            <a:avLst/>
          </a:prstGeom>
        </p:spPr>
        <p:txBody>
          <a:bodyPr spcFirstLastPara="1" vert="horz" wrap="square" lIns="24000" tIns="24000" rIns="24000" bIns="24000" rtlCol="0" anchor="t" anchorCtr="0">
            <a:noAutofit/>
          </a:bodyPr>
          <a:lstStyle/>
          <a:p>
            <a:r>
              <a:rPr lang="pt-BR" sz="4800"/>
              <a:t>DATA BOARD</a:t>
            </a:r>
            <a:endParaRPr sz="4800" u="sng" dirty="0"/>
          </a:p>
        </p:txBody>
      </p:sp>
      <p:sp>
        <p:nvSpPr>
          <p:cNvPr id="1228" name="Google Shape;1228;p119"/>
          <p:cNvSpPr txBox="1">
            <a:spLocks noGrp="1"/>
          </p:cNvSpPr>
          <p:nvPr>
            <p:ph type="subTitle" idx="1"/>
          </p:nvPr>
        </p:nvSpPr>
        <p:spPr>
          <a:xfrm>
            <a:off x="878729" y="1302171"/>
            <a:ext cx="4487599" cy="365200"/>
          </a:xfrm>
          <a:prstGeom prst="rect">
            <a:avLst/>
          </a:prstGeom>
        </p:spPr>
        <p:txBody>
          <a:bodyPr spcFirstLastPara="1" vert="horz" wrap="square" lIns="24000" tIns="24000" rIns="24000" bIns="24000" rtlCol="0" anchor="t" anchorCtr="0">
            <a:noAutofit/>
          </a:bodyPr>
          <a:lstStyle/>
          <a:p>
            <a:pPr marL="0" indent="0"/>
            <a:r>
              <a:rPr lang="pt-BR"/>
              <a:t>O dado </a:t>
            </a:r>
            <a:r>
              <a:rPr lang="pt-BR" b="1" u="sng"/>
              <a:t>CORRETO</a:t>
            </a:r>
            <a:r>
              <a:rPr lang="pt-BR"/>
              <a:t> na ponta dos </a:t>
            </a:r>
            <a:r>
              <a:rPr lang="pt-BR" b="1" u="sng"/>
              <a:t>NOSSOS </a:t>
            </a:r>
            <a:r>
              <a:rPr lang="pt-BR"/>
              <a:t>Dedos</a:t>
            </a:r>
            <a:endParaRPr/>
          </a:p>
        </p:txBody>
      </p:sp>
      <p:sp>
        <p:nvSpPr>
          <p:cNvPr id="2" name="Google Shape;1228;p119">
            <a:extLst>
              <a:ext uri="{FF2B5EF4-FFF2-40B4-BE49-F238E27FC236}">
                <a16:creationId xmlns:a16="http://schemas.microsoft.com/office/drawing/2014/main" id="{453EFF32-6C03-093A-F0C2-E34548024E9B}"/>
              </a:ext>
            </a:extLst>
          </p:cNvPr>
          <p:cNvSpPr txBox="1">
            <a:spLocks/>
          </p:cNvSpPr>
          <p:nvPr/>
        </p:nvSpPr>
        <p:spPr>
          <a:xfrm>
            <a:off x="878727" y="2578522"/>
            <a:ext cx="4487599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4000" tIns="24000" rIns="24000" bIns="240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"/>
              <a:buNone/>
              <a:defRPr sz="1600" i="1" kern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t-BR" b="1">
                <a:solidFill>
                  <a:srgbClr val="FFFF00"/>
                </a:solidFill>
              </a:rPr>
              <a:t>Exemplo local</a:t>
            </a:r>
            <a:endParaRPr lang="pt-BR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99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4-E086-1113-7B51-25DBFD04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11;p104">
            <a:extLst>
              <a:ext uri="{FF2B5EF4-FFF2-40B4-BE49-F238E27FC236}">
                <a16:creationId xmlns:a16="http://schemas.microsoft.com/office/drawing/2014/main" id="{4BC535D0-A9EE-F873-2500-C6F37F505685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68" t="34209" r="-1" b="23417"/>
          <a:stretch>
            <a:fillRect/>
          </a:stretch>
        </p:blipFill>
        <p:spPr>
          <a:xfrm rot="10800000" flipH="1">
            <a:off x="-1" y="-17591"/>
            <a:ext cx="12191996" cy="4794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5E85AD6-DA94-3971-4479-BE60D1BA0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00" y="32469"/>
            <a:ext cx="8131425" cy="432116"/>
          </a:xfr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r>
              <a:rPr lang="pt-BR" sz="2400">
                <a:solidFill>
                  <a:schemeClr val="bg1"/>
                </a:solidFill>
              </a:rPr>
              <a:t>Prioridades da equipe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2" name="GeneratedText-2">
            <a:extLst>
              <a:ext uri="{FF2B5EF4-FFF2-40B4-BE49-F238E27FC236}">
                <a16:creationId xmlns:a16="http://schemas.microsoft.com/office/drawing/2014/main" id="{4BB6C2C2-987B-3856-0C5F-5E60BC005CDB}"/>
              </a:ext>
            </a:extLst>
          </p:cNvPr>
          <p:cNvSpPr txBox="1"/>
          <p:nvPr/>
        </p:nvSpPr>
        <p:spPr>
          <a:xfrm>
            <a:off x="640080" y="1234439"/>
            <a:ext cx="1088136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BR" sz="2200">
                <a:solidFill>
                  <a:srgbClr val="172B42"/>
                </a:solidFill>
                <a:latin typeface="Open Sans" panose="020B0606030504020204" pitchFamily="34" charset="0"/>
              </a:rPr>
              <a:t>Projeto piloto para organizar o acompanhamento das entregas.</a:t>
            </a:r>
          </a:p>
        </p:txBody>
      </p:sp>
      <p:sp>
        <p:nvSpPr>
          <p:cNvPr id="3" name="GeneratedText-3">
            <a:extLst>
              <a:ext uri="{FF2B5EF4-FFF2-40B4-BE49-F238E27FC236}">
                <a16:creationId xmlns:a16="http://schemas.microsoft.com/office/drawing/2014/main" id="{1E6873E3-0E0A-B8F7-2231-D090A120D97B}"/>
              </a:ext>
            </a:extLst>
          </p:cNvPr>
          <p:cNvSpPr txBox="1"/>
          <p:nvPr/>
        </p:nvSpPr>
        <p:spPr>
          <a:xfrm>
            <a:off x="640080" y="2743199"/>
            <a:ext cx="4937760" cy="5486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BR" sz="2400" b="1">
                <a:solidFill>
                  <a:srgbClr val="172B42"/>
                </a:solidFill>
                <a:latin typeface="Open Sans ExtraBold" panose="020B0906030804020204" pitchFamily="34" charset="0"/>
              </a:rPr>
              <a:t>Planejamento</a:t>
            </a:r>
          </a:p>
        </p:txBody>
      </p:sp>
      <p:sp>
        <p:nvSpPr>
          <p:cNvPr id="6" name="GeneratedText-6">
            <a:extLst>
              <a:ext uri="{FF2B5EF4-FFF2-40B4-BE49-F238E27FC236}">
                <a16:creationId xmlns:a16="http://schemas.microsoft.com/office/drawing/2014/main" id="{C11CECC0-B544-1EA1-C2C2-95268A7F32E8}"/>
              </a:ext>
            </a:extLst>
          </p:cNvPr>
          <p:cNvSpPr txBox="1"/>
          <p:nvPr/>
        </p:nvSpPr>
        <p:spPr>
          <a:xfrm>
            <a:off x="640080" y="3566159"/>
            <a:ext cx="4937760" cy="16459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BR" sz="2200">
                <a:solidFill>
                  <a:srgbClr val="172B42"/>
                </a:solidFill>
                <a:latin typeface="Open Sans" panose="020B0606030504020204" pitchFamily="34" charset="0"/>
              </a:rPr>
              <a:t>Cada entrega terá um responsável e uma data acordada com a equipe.</a:t>
            </a:r>
          </a:p>
        </p:txBody>
      </p:sp>
      <p:sp>
        <p:nvSpPr>
          <p:cNvPr id="7" name="GeneratedText-7">
            <a:extLst>
              <a:ext uri="{FF2B5EF4-FFF2-40B4-BE49-F238E27FC236}">
                <a16:creationId xmlns:a16="http://schemas.microsoft.com/office/drawing/2014/main" id="{1D1F54EB-12C6-5448-D3E0-E6F0C9A15FF8}"/>
              </a:ext>
            </a:extLst>
          </p:cNvPr>
          <p:cNvSpPr txBox="1"/>
          <p:nvPr/>
        </p:nvSpPr>
        <p:spPr>
          <a:xfrm>
            <a:off x="6400800" y="2743199"/>
            <a:ext cx="4937760" cy="5486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BR" sz="2400" b="1">
                <a:solidFill>
                  <a:srgbClr val="172B42"/>
                </a:solidFill>
                <a:latin typeface="Open Sans ExtraBold" panose="020B0906030804020204" pitchFamily="34" charset="0"/>
              </a:rPr>
              <a:t>Acompanhamento</a:t>
            </a:r>
          </a:p>
        </p:txBody>
      </p:sp>
      <p:sp>
        <p:nvSpPr>
          <p:cNvPr id="8" name="GeneratedText-8">
            <a:extLst>
              <a:ext uri="{FF2B5EF4-FFF2-40B4-BE49-F238E27FC236}">
                <a16:creationId xmlns:a16="http://schemas.microsoft.com/office/drawing/2014/main" id="{A0F3893D-6BFB-2F31-D407-C430165901B4}"/>
              </a:ext>
            </a:extLst>
          </p:cNvPr>
          <p:cNvSpPr txBox="1"/>
          <p:nvPr/>
        </p:nvSpPr>
        <p:spPr>
          <a:xfrm>
            <a:off x="6400800" y="3566159"/>
            <a:ext cx="4937760" cy="16459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BR" sz="2200">
                <a:solidFill>
                  <a:srgbClr val="172B42"/>
                </a:solidFill>
                <a:latin typeface="Open Sans" panose="020B0606030504020204" pitchFamily="34" charset="0"/>
              </a:rPr>
              <a:t>Uma reunião semanal permitirá revisar pendências e ajustar o plano.</a:t>
            </a:r>
          </a:p>
        </p:txBody>
      </p:sp>
    </p:spTree>
    <p:extLst>
      <p:ext uri="{BB962C8B-B14F-4D97-AF65-F5344CB8AC3E}">
        <p14:creationId xmlns:p14="http://schemas.microsoft.com/office/powerpoint/2010/main" val="3997975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16DCD-719E-FD4A-0BC4-390736F1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Rotina de acompanhamento</a:t>
            </a:r>
          </a:p>
        </p:txBody>
      </p:sp>
      <p:sp>
        <p:nvSpPr>
          <p:cNvPr id="3" name="GeneratedText-3">
            <a:extLst>
              <a:ext uri="{FF2B5EF4-FFF2-40B4-BE49-F238E27FC236}">
                <a16:creationId xmlns:a16="http://schemas.microsoft.com/office/drawing/2014/main" id="{4E0DB20D-2D81-6AA0-34CF-EC106A4409F8}"/>
              </a:ext>
            </a:extLst>
          </p:cNvPr>
          <p:cNvSpPr txBox="1"/>
          <p:nvPr/>
        </p:nvSpPr>
        <p:spPr>
          <a:xfrm>
            <a:off x="822960" y="1691639"/>
            <a:ext cx="10515600" cy="3840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pt-BR" sz="2200">
                <a:solidFill>
                  <a:srgbClr val="172B42"/>
                </a:solidFill>
                <a:latin typeface="Open Sans" panose="020B0606030504020204" pitchFamily="34" charset="0"/>
              </a:rPr>
              <a:t>A equipe revisará as entregas em andamento a cada semana.</a:t>
            </a:r>
          </a:p>
          <a:p>
            <a:pPr>
              <a:spcAft>
                <a:spcPts val="1000"/>
              </a:spcAft>
            </a:pPr>
            <a:endParaRPr lang="pt-BR" sz="2200">
              <a:solidFill>
                <a:srgbClr val="172B42"/>
              </a:solidFill>
              <a:latin typeface="Open Sans" panose="020B0606030504020204" pitchFamily="34" charset="0"/>
            </a:endParaRPr>
          </a:p>
          <a:p>
            <a:pPr>
              <a:spcAft>
                <a:spcPts val="1000"/>
              </a:spcAft>
            </a:pPr>
            <a:r>
              <a:rPr lang="pt-BR" sz="2200">
                <a:solidFill>
                  <a:srgbClr val="172B42"/>
                </a:solidFill>
                <a:latin typeface="Open Sans" panose="020B0606030504020204" pitchFamily="34" charset="0"/>
              </a:rPr>
              <a:t>As decisões serão registradas com o responsável e o prazo combinado.</a:t>
            </a:r>
          </a:p>
        </p:txBody>
      </p:sp>
    </p:spTree>
    <p:extLst>
      <p:ext uri="{BB962C8B-B14F-4D97-AF65-F5344CB8AC3E}">
        <p14:creationId xmlns:p14="http://schemas.microsoft.com/office/powerpoint/2010/main" val="1130946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96C1B-0633-48A7-B974-B66820C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Muito 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52DDCA-1FDE-4D19-B305-951A33E95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3600" b="1"/>
              <a:t>DATA BOARD</a:t>
            </a:r>
          </a:p>
          <a:p>
            <a:r>
              <a:rPr lang="pt-BR" sz="3600" b="1"/>
              <a:t>Exemplo local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3402851854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 de Encerramen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 Internos (Conteúd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ides Internos (Conteúd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ee3c98-5afb-4ee4-b5e6-27a2e3a2be5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3F00AFC3F748489CE8CA482A88FE85" ma:contentTypeVersion="11" ma:contentTypeDescription="Create a new document." ma:contentTypeScope="" ma:versionID="49c08edcefc2fbef16f65d8036e4cd29">
  <xsd:schema xmlns:xsd="http://www.w3.org/2001/XMLSchema" xmlns:xs="http://www.w3.org/2001/XMLSchema" xmlns:p="http://schemas.microsoft.com/office/2006/metadata/properties" xmlns:ns2="caee3c98-5afb-4ee4-b5e6-27a2e3a2be56" targetNamespace="http://schemas.microsoft.com/office/2006/metadata/properties" ma:root="true" ma:fieldsID="ac050fe1390641047b8a3e9b416250b1" ns2:_="">
    <xsd:import namespace="caee3c98-5afb-4ee4-b5e6-27a2e3a2be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ee3c98-5afb-4ee4-b5e6-27a2e3a2be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df4e36-cd5a-4bcc-8f30-9ee2f169a8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BF742C-3C85-482D-B59A-054266730607}">
  <ds:schemaRefs>
    <ds:schemaRef ds:uri="caee3c98-5afb-4ee4-b5e6-27a2e3a2be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532424-8C56-4D09-97D1-57683AC7F9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228A2C-C1F9-4900-AC97-07F07B44D4FB}">
  <ds:schemaRefs>
    <ds:schemaRef ds:uri="caee3c98-5afb-4ee4-b5e6-27a2e3a2be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83</Words>
  <Application>Microsoft Office PowerPoint</Application>
  <PresentationFormat>Widescreen</PresentationFormat>
  <Paragraphs>16</Paragraphs>
  <Slides>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</vt:i4>
      </vt:variant>
    </vt:vector>
  </HeadingPairs>
  <TitlesOfParts>
    <vt:vector size="15" baseType="lpstr">
      <vt:lpstr>Aptos</vt:lpstr>
      <vt:lpstr>Arial</vt:lpstr>
      <vt:lpstr>Calibri</vt:lpstr>
      <vt:lpstr>Open Sans</vt:lpstr>
      <vt:lpstr>Open Sans ExtraBold</vt:lpstr>
      <vt:lpstr>Open Sans Light</vt:lpstr>
      <vt:lpstr>Open Sans SemiBold</vt:lpstr>
      <vt:lpstr>Wingdings</vt:lpstr>
      <vt:lpstr>Slides de Encerramento</vt:lpstr>
      <vt:lpstr>Slides Internos (Conteúdo)</vt:lpstr>
      <vt:lpstr>1_Slides Internos (Conteúdo)</vt:lpstr>
      <vt:lpstr>DATA BOARD</vt:lpstr>
      <vt:lpstr>Prioridades da equipe</vt:lpstr>
      <vt:lpstr>Rotina de acompanhamento</vt:lpstr>
      <vt:lpstr>Muito 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Quaia Barcala</dc:creator>
  <cp:lastModifiedBy>Matheus Yuri Quisbert Ribeiro</cp:lastModifiedBy>
  <cp:revision>5</cp:revision>
  <dcterms:created xsi:type="dcterms:W3CDTF">2026-06-11T21:48:59Z</dcterms:created>
  <dcterms:modified xsi:type="dcterms:W3CDTF">2026-09-25T11:29:27Z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0x010100963F00AFC3F748489CE8CA482A88FE85</vt:lpwstr>
  </property>
  <property fmtid="{D5CDD505-2E9C-101B-9397-08002B2CF9AE}" pid="3" name="MediaServiceImageTags">
    <vt:lpwstr/>
  </property>
</Properties>
</file>